
<file path=[Content_Types].xml><?xml version="1.0" encoding="utf-8"?>
<Types xmlns="http://schemas.openxmlformats.org/package/2006/content-types">
  <Default Extension="avif" ContentType="image/avif"/>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2"/>
  </p:notesMasterIdLst>
  <p:sldIdLst>
    <p:sldId id="256" r:id="rId2"/>
    <p:sldId id="310" r:id="rId3"/>
    <p:sldId id="314" r:id="rId4"/>
    <p:sldId id="315" r:id="rId5"/>
    <p:sldId id="322" r:id="rId6"/>
    <p:sldId id="323" r:id="rId7"/>
    <p:sldId id="309" r:id="rId8"/>
    <p:sldId id="321" r:id="rId9"/>
    <p:sldId id="324" r:id="rId10"/>
    <p:sldId id="311" r:id="rId11"/>
  </p:sldIdLst>
  <p:sldSz cx="9144000" cy="5143500" type="screen16x9"/>
  <p:notesSz cx="6858000" cy="9144000"/>
  <p:embeddedFontLst>
    <p:embeddedFont>
      <p:font typeface="Cambria" panose="02040503050406030204" pitchFamily="18" charset="0"/>
      <p:regular r:id="rId13"/>
      <p:bold r:id="rId14"/>
      <p:italic r:id="rId15"/>
      <p:boldItalic r:id="rId16"/>
    </p:embeddedFont>
    <p:embeddedFont>
      <p:font typeface="Colonna MT" panose="04020805060202030203" pitchFamily="82" charset="0"/>
      <p:regular r:id="rId17"/>
    </p:embeddedFont>
    <p:embeddedFont>
      <p:font typeface="Hammersmith One" panose="02010703030501060504" pitchFamily="2" charset="0"/>
      <p:regular r:id="rId18"/>
    </p:embeddedFont>
    <p:embeddedFont>
      <p:font typeface="Source Sans Pro" panose="020B050303040302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B46BFC-0ED3-479F-96AF-EFE1A021E577}">
  <a:tblStyle styleId="{D1B46BFC-0ED3-479F-96AF-EFE1A021E57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3" d="100"/>
          <a:sy n="83" d="100"/>
        </p:scale>
        <p:origin x="72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9c8c653ffb_0_6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9c8c653ffb_0_6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977602" y="500844"/>
            <a:ext cx="3446400" cy="2861400"/>
          </a:xfrm>
          <a:prstGeom prst="rect">
            <a:avLst/>
          </a:prstGeom>
        </p:spPr>
        <p:txBody>
          <a:bodyPr spcFirstLastPara="1" wrap="square" lIns="91425" tIns="91425" rIns="91425" bIns="91425" anchor="b" anchorCtr="0">
            <a:noAutofit/>
          </a:bodyPr>
          <a:lstStyle>
            <a:lvl1pPr lvl="0" algn="r">
              <a:spcBef>
                <a:spcPts val="0"/>
              </a:spcBef>
              <a:spcAft>
                <a:spcPts val="0"/>
              </a:spcAft>
              <a:buSzPts val="5200"/>
              <a:buNone/>
              <a:defRPr sz="5800" b="1">
                <a:latin typeface="Hammersmith One"/>
                <a:ea typeface="Hammersmith One"/>
                <a:cs typeface="Hammersmith One"/>
                <a:sym typeface="Hammersmith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5221802" y="3577052"/>
            <a:ext cx="3202200" cy="792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a:latin typeface="Source Sans Pro"/>
                <a:ea typeface="Source Sans Pro"/>
                <a:cs typeface="Source Sans Pro"/>
                <a:sym typeface="Source Sans Pr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rot="310191">
            <a:off x="8398938" y="4513703"/>
            <a:ext cx="1028076" cy="102732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610022" flipH="1">
            <a:off x="814272" y="222207"/>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610492" flipH="1">
            <a:off x="264784" y="445893"/>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body" idx="1"/>
          </p:nvPr>
        </p:nvSpPr>
        <p:spPr>
          <a:xfrm>
            <a:off x="704875" y="2457325"/>
            <a:ext cx="2204400" cy="1219200"/>
          </a:xfrm>
          <a:prstGeom prst="rect">
            <a:avLst/>
          </a:prstGeom>
        </p:spPr>
        <p:txBody>
          <a:bodyPr spcFirstLastPara="1" wrap="square" lIns="91425" tIns="91425" rIns="91425" bIns="91425" anchor="t" anchorCtr="0">
            <a:noAutofit/>
          </a:bodyPr>
          <a:lstStyle>
            <a:lvl1pPr marL="457200" lvl="0" indent="-317500" rtl="0">
              <a:lnSpc>
                <a:spcPct val="100000"/>
              </a:lnSpc>
              <a:spcBef>
                <a:spcPts val="1000"/>
              </a:spcBef>
              <a:spcAft>
                <a:spcPts val="0"/>
              </a:spcAft>
              <a:buClr>
                <a:srgbClr val="EB7E7C"/>
              </a:buClr>
              <a:buSzPts val="1400"/>
              <a:buChar char="■"/>
              <a:defRPr sz="1600"/>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7" name="Google Shape;27;p5"/>
          <p:cNvSpPr txBox="1">
            <a:spLocks noGrp="1"/>
          </p:cNvSpPr>
          <p:nvPr>
            <p:ph type="title"/>
          </p:nvPr>
        </p:nvSpPr>
        <p:spPr>
          <a:xfrm>
            <a:off x="704875" y="1943925"/>
            <a:ext cx="2425800" cy="4632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000">
                <a:solidFill>
                  <a:schemeClr val="lt1"/>
                </a:solidFill>
              </a:defRPr>
            </a:lvl1pPr>
            <a:lvl2pPr lvl="1" rtl="0">
              <a:spcBef>
                <a:spcPts val="0"/>
              </a:spcBef>
              <a:spcAft>
                <a:spcPts val="0"/>
              </a:spcAft>
              <a:buSzPts val="1800"/>
              <a:buNone/>
              <a:defRPr sz="1800" b="1"/>
            </a:lvl2pPr>
            <a:lvl3pPr lvl="2" rtl="0">
              <a:spcBef>
                <a:spcPts val="0"/>
              </a:spcBef>
              <a:spcAft>
                <a:spcPts val="0"/>
              </a:spcAft>
              <a:buSzPts val="1800"/>
              <a:buNone/>
              <a:defRPr sz="1800" b="1"/>
            </a:lvl3pPr>
            <a:lvl4pPr lvl="3" rtl="0">
              <a:spcBef>
                <a:spcPts val="0"/>
              </a:spcBef>
              <a:spcAft>
                <a:spcPts val="0"/>
              </a:spcAft>
              <a:buSzPts val="1800"/>
              <a:buNone/>
              <a:defRPr sz="1800" b="1"/>
            </a:lvl4pPr>
            <a:lvl5pPr lvl="4" rtl="0">
              <a:spcBef>
                <a:spcPts val="0"/>
              </a:spcBef>
              <a:spcAft>
                <a:spcPts val="0"/>
              </a:spcAft>
              <a:buSzPts val="1800"/>
              <a:buNone/>
              <a:defRPr sz="1800" b="1"/>
            </a:lvl5pPr>
            <a:lvl6pPr lvl="5" rtl="0">
              <a:spcBef>
                <a:spcPts val="0"/>
              </a:spcBef>
              <a:spcAft>
                <a:spcPts val="0"/>
              </a:spcAft>
              <a:buSzPts val="1800"/>
              <a:buNone/>
              <a:defRPr sz="1800" b="1"/>
            </a:lvl6pPr>
            <a:lvl7pPr lvl="6" rtl="0">
              <a:spcBef>
                <a:spcPts val="0"/>
              </a:spcBef>
              <a:spcAft>
                <a:spcPts val="0"/>
              </a:spcAft>
              <a:buSzPts val="1800"/>
              <a:buNone/>
              <a:defRPr sz="1800" b="1"/>
            </a:lvl7pPr>
            <a:lvl8pPr lvl="7" rtl="0">
              <a:spcBef>
                <a:spcPts val="0"/>
              </a:spcBef>
              <a:spcAft>
                <a:spcPts val="0"/>
              </a:spcAft>
              <a:buSzPts val="1800"/>
              <a:buNone/>
              <a:defRPr sz="1800" b="1"/>
            </a:lvl8pPr>
            <a:lvl9pPr lvl="8" rtl="0">
              <a:spcBef>
                <a:spcPts val="0"/>
              </a:spcBef>
              <a:spcAft>
                <a:spcPts val="0"/>
              </a:spcAft>
              <a:buSzPts val="1800"/>
              <a:buNone/>
              <a:defRPr sz="1800" b="1"/>
            </a:lvl9pPr>
          </a:lstStyle>
          <a:p>
            <a:endParaRPr/>
          </a:p>
        </p:txBody>
      </p:sp>
      <p:sp>
        <p:nvSpPr>
          <p:cNvPr id="28" name="Google Shape;28;p5"/>
          <p:cNvSpPr txBox="1">
            <a:spLocks noGrp="1"/>
          </p:cNvSpPr>
          <p:nvPr>
            <p:ph type="body" idx="2"/>
          </p:nvPr>
        </p:nvSpPr>
        <p:spPr>
          <a:xfrm>
            <a:off x="6244250" y="2457325"/>
            <a:ext cx="2204400" cy="1219200"/>
          </a:xfrm>
          <a:prstGeom prst="rect">
            <a:avLst/>
          </a:prstGeom>
        </p:spPr>
        <p:txBody>
          <a:bodyPr spcFirstLastPara="1" wrap="square" lIns="91425" tIns="91425" rIns="91425" bIns="91425" anchor="t" anchorCtr="0">
            <a:noAutofit/>
          </a:bodyPr>
          <a:lstStyle>
            <a:lvl1pPr marL="457200" lvl="0" indent="-317500" algn="r" rtl="0">
              <a:lnSpc>
                <a:spcPct val="100000"/>
              </a:lnSpc>
              <a:spcBef>
                <a:spcPts val="1000"/>
              </a:spcBef>
              <a:spcAft>
                <a:spcPts val="0"/>
              </a:spcAft>
              <a:buClr>
                <a:srgbClr val="EB7E7C"/>
              </a:buClr>
              <a:buSzPts val="1400"/>
              <a:buChar char="■"/>
              <a:defRPr sz="1600"/>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9" name="Google Shape;29;p5"/>
          <p:cNvSpPr txBox="1">
            <a:spLocks noGrp="1"/>
          </p:cNvSpPr>
          <p:nvPr>
            <p:ph type="title" idx="3"/>
          </p:nvPr>
        </p:nvSpPr>
        <p:spPr>
          <a:xfrm>
            <a:off x="6022850" y="1943925"/>
            <a:ext cx="2425800" cy="463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2000">
                <a:solidFill>
                  <a:schemeClr val="lt1"/>
                </a:solidFill>
              </a:defRPr>
            </a:lvl1pPr>
            <a:lvl2pPr lvl="1" rtl="0">
              <a:spcBef>
                <a:spcPts val="0"/>
              </a:spcBef>
              <a:spcAft>
                <a:spcPts val="0"/>
              </a:spcAft>
              <a:buSzPts val="1800"/>
              <a:buNone/>
              <a:defRPr sz="1800" b="1"/>
            </a:lvl2pPr>
            <a:lvl3pPr lvl="2" rtl="0">
              <a:spcBef>
                <a:spcPts val="0"/>
              </a:spcBef>
              <a:spcAft>
                <a:spcPts val="0"/>
              </a:spcAft>
              <a:buSzPts val="1800"/>
              <a:buNone/>
              <a:defRPr sz="1800" b="1"/>
            </a:lvl3pPr>
            <a:lvl4pPr lvl="3" rtl="0">
              <a:spcBef>
                <a:spcPts val="0"/>
              </a:spcBef>
              <a:spcAft>
                <a:spcPts val="0"/>
              </a:spcAft>
              <a:buSzPts val="1800"/>
              <a:buNone/>
              <a:defRPr sz="1800" b="1"/>
            </a:lvl4pPr>
            <a:lvl5pPr lvl="4" rtl="0">
              <a:spcBef>
                <a:spcPts val="0"/>
              </a:spcBef>
              <a:spcAft>
                <a:spcPts val="0"/>
              </a:spcAft>
              <a:buSzPts val="1800"/>
              <a:buNone/>
              <a:defRPr sz="1800" b="1"/>
            </a:lvl5pPr>
            <a:lvl6pPr lvl="5" rtl="0">
              <a:spcBef>
                <a:spcPts val="0"/>
              </a:spcBef>
              <a:spcAft>
                <a:spcPts val="0"/>
              </a:spcAft>
              <a:buSzPts val="1800"/>
              <a:buNone/>
              <a:defRPr sz="1800" b="1"/>
            </a:lvl6pPr>
            <a:lvl7pPr lvl="6" rtl="0">
              <a:spcBef>
                <a:spcPts val="0"/>
              </a:spcBef>
              <a:spcAft>
                <a:spcPts val="0"/>
              </a:spcAft>
              <a:buSzPts val="1800"/>
              <a:buNone/>
              <a:defRPr sz="1800" b="1"/>
            </a:lvl7pPr>
            <a:lvl8pPr lvl="7" rtl="0">
              <a:spcBef>
                <a:spcPts val="0"/>
              </a:spcBef>
              <a:spcAft>
                <a:spcPts val="0"/>
              </a:spcAft>
              <a:buSzPts val="1800"/>
              <a:buNone/>
              <a:defRPr sz="1800" b="1"/>
            </a:lvl8pPr>
            <a:lvl9pPr lvl="8" rtl="0">
              <a:spcBef>
                <a:spcPts val="0"/>
              </a:spcBef>
              <a:spcAft>
                <a:spcPts val="0"/>
              </a:spcAft>
              <a:buSzPts val="1800"/>
              <a:buNone/>
              <a:defRPr sz="1800" b="1"/>
            </a:lvl9pPr>
          </a:lstStyle>
          <a:p>
            <a:endParaRPr/>
          </a:p>
        </p:txBody>
      </p:sp>
      <p:sp>
        <p:nvSpPr>
          <p:cNvPr id="30" name="Google Shape;30;p5"/>
          <p:cNvSpPr txBox="1">
            <a:spLocks noGrp="1"/>
          </p:cNvSpPr>
          <p:nvPr>
            <p:ph type="title" idx="4"/>
          </p:nvPr>
        </p:nvSpPr>
        <p:spPr>
          <a:xfrm>
            <a:off x="713225" y="359300"/>
            <a:ext cx="7736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1" name="Google Shape;31;p5"/>
          <p:cNvGrpSpPr/>
          <p:nvPr/>
        </p:nvGrpSpPr>
        <p:grpSpPr>
          <a:xfrm rot="-3893581">
            <a:off x="239534" y="3987104"/>
            <a:ext cx="748908" cy="1111500"/>
            <a:chOff x="8421281" y="3267397"/>
            <a:chExt cx="1249584" cy="1854584"/>
          </a:xfrm>
        </p:grpSpPr>
        <p:sp>
          <p:nvSpPr>
            <p:cNvPr id="32" name="Google Shape;32;p5"/>
            <p:cNvSpPr/>
            <p:nvPr/>
          </p:nvSpPr>
          <p:spPr>
            <a:xfrm rot="10800000" flipH="1">
              <a:off x="8538365" y="3267397"/>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5"/>
            <p:cNvSpPr/>
            <p:nvPr/>
          </p:nvSpPr>
          <p:spPr>
            <a:xfrm rot="10800000" flipH="1">
              <a:off x="8421281" y="4548159"/>
              <a:ext cx="573096" cy="573821"/>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5"/>
          <p:cNvSpPr/>
          <p:nvPr/>
        </p:nvSpPr>
        <p:spPr>
          <a:xfrm rot="4844145" flipH="1">
            <a:off x="8619877" y="652024"/>
            <a:ext cx="328520" cy="328281"/>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4844102" flipH="1">
            <a:off x="8077203" y="233942"/>
            <a:ext cx="513493" cy="513119"/>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body" idx="1"/>
          </p:nvPr>
        </p:nvSpPr>
        <p:spPr>
          <a:xfrm>
            <a:off x="692700" y="1389600"/>
            <a:ext cx="77571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43" name="Google Shape;43;p7"/>
          <p:cNvSpPr txBox="1">
            <a:spLocks noGrp="1"/>
          </p:cNvSpPr>
          <p:nvPr>
            <p:ph type="title"/>
          </p:nvPr>
        </p:nvSpPr>
        <p:spPr>
          <a:xfrm>
            <a:off x="713225" y="359300"/>
            <a:ext cx="7736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 name="Google Shape;44;p7"/>
          <p:cNvSpPr/>
          <p:nvPr/>
        </p:nvSpPr>
        <p:spPr>
          <a:xfrm rot="-9548733" flipH="1">
            <a:off x="8388609" y="3588581"/>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7"/>
          <p:cNvSpPr/>
          <p:nvPr/>
        </p:nvSpPr>
        <p:spPr>
          <a:xfrm rot="-9548733" flipH="1">
            <a:off x="7883590" y="4573051"/>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7"/>
          <p:cNvSpPr/>
          <p:nvPr/>
        </p:nvSpPr>
        <p:spPr>
          <a:xfrm rot="-9549196" flipH="1">
            <a:off x="7202525" y="4670270"/>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7"/>
          <p:cNvSpPr/>
          <p:nvPr/>
        </p:nvSpPr>
        <p:spPr>
          <a:xfrm rot="1251267" flipH="1">
            <a:off x="-530510" y="532756"/>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7"/>
          <p:cNvSpPr/>
          <p:nvPr/>
        </p:nvSpPr>
        <p:spPr>
          <a:xfrm rot="1251267" flipH="1">
            <a:off x="434840" y="6942"/>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7"/>
          <p:cNvSpPr/>
          <p:nvPr/>
        </p:nvSpPr>
        <p:spPr>
          <a:xfrm rot="1250804" flipH="1">
            <a:off x="1256195" y="50192"/>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713225" y="539500"/>
            <a:ext cx="7736700" cy="406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2" name="Google Shape;52;p8"/>
          <p:cNvSpPr/>
          <p:nvPr/>
        </p:nvSpPr>
        <p:spPr>
          <a:xfrm>
            <a:off x="8626139" y="968000"/>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a:off x="8438052" y="229950"/>
            <a:ext cx="672175" cy="67302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310401">
            <a:off x="8026962" y="2120352"/>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a:off x="7787250" y="102804"/>
            <a:ext cx="531892" cy="53256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310344">
            <a:off x="8347793" y="3513056"/>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8"/>
          <p:cNvSpPr/>
          <p:nvPr/>
        </p:nvSpPr>
        <p:spPr>
          <a:xfrm rot="10800000">
            <a:off x="-444075" y="3169658"/>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10800000">
            <a:off x="204337" y="4366358"/>
            <a:ext cx="672175" cy="67302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8"/>
          <p:cNvSpPr/>
          <p:nvPr/>
        </p:nvSpPr>
        <p:spPr>
          <a:xfrm rot="-10489599">
            <a:off x="-77639" y="1784735"/>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p:nvPr/>
        </p:nvSpPr>
        <p:spPr>
          <a:xfrm rot="10800000">
            <a:off x="995422" y="4633964"/>
            <a:ext cx="531892" cy="53256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8"/>
          <p:cNvSpPr/>
          <p:nvPr/>
        </p:nvSpPr>
        <p:spPr>
          <a:xfrm rot="-10489656">
            <a:off x="-740403" y="50347"/>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2"/>
        <p:cNvGrpSpPr/>
        <p:nvPr/>
      </p:nvGrpSpPr>
      <p:grpSpPr>
        <a:xfrm>
          <a:off x="0" y="0"/>
          <a:ext cx="0" cy="0"/>
          <a:chOff x="0" y="0"/>
          <a:chExt cx="0" cy="0"/>
        </a:xfrm>
      </p:grpSpPr>
      <p:sp>
        <p:nvSpPr>
          <p:cNvPr id="63" name="Google Shape;63;p9"/>
          <p:cNvSpPr txBox="1">
            <a:spLocks noGrp="1"/>
          </p:cNvSpPr>
          <p:nvPr>
            <p:ph type="body" idx="1"/>
          </p:nvPr>
        </p:nvSpPr>
        <p:spPr>
          <a:xfrm>
            <a:off x="1063925" y="2017500"/>
            <a:ext cx="3336900" cy="2394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600"/>
            </a:lvl1pPr>
            <a:lvl2pPr marL="914400" lvl="1" indent="-317500" rtl="0">
              <a:spcBef>
                <a:spcPts val="10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Font typeface="Source Sans Pro"/>
              <a:buChar char="○"/>
              <a:defRPr>
                <a:latin typeface="Source Sans Pro"/>
                <a:ea typeface="Source Sans Pro"/>
                <a:cs typeface="Source Sans Pro"/>
                <a:sym typeface="Source Sans Pro"/>
              </a:defRPr>
            </a:lvl8pPr>
            <a:lvl9pPr marL="4114800" lvl="8" indent="-317500" rtl="0">
              <a:spcBef>
                <a:spcPts val="1600"/>
              </a:spcBef>
              <a:spcAft>
                <a:spcPts val="1600"/>
              </a:spcAft>
              <a:buSzPts val="1400"/>
              <a:buFont typeface="Source Sans Pro"/>
              <a:buChar char="■"/>
              <a:defRPr>
                <a:latin typeface="Source Sans Pro"/>
                <a:ea typeface="Source Sans Pro"/>
                <a:cs typeface="Source Sans Pro"/>
                <a:sym typeface="Source Sans Pro"/>
              </a:defRPr>
            </a:lvl9pPr>
          </a:lstStyle>
          <a:p>
            <a:endParaRPr/>
          </a:p>
        </p:txBody>
      </p:sp>
      <p:sp>
        <p:nvSpPr>
          <p:cNvPr id="64" name="Google Shape;64;p9"/>
          <p:cNvSpPr txBox="1">
            <a:spLocks noGrp="1"/>
          </p:cNvSpPr>
          <p:nvPr>
            <p:ph type="subTitle" idx="2"/>
          </p:nvPr>
        </p:nvSpPr>
        <p:spPr>
          <a:xfrm>
            <a:off x="1063925" y="1021013"/>
            <a:ext cx="3117000" cy="866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2000"/>
              <a:buFont typeface="Hammersmith One"/>
              <a:buNone/>
              <a:defRPr sz="2000">
                <a:solidFill>
                  <a:schemeClr val="lt1"/>
                </a:solidFill>
                <a:latin typeface="Hammersmith One"/>
                <a:ea typeface="Hammersmith One"/>
                <a:cs typeface="Hammersmith One"/>
                <a:sym typeface="Hammersmith One"/>
              </a:defRPr>
            </a:lvl1pPr>
            <a:lvl2pPr lvl="1" rtl="0">
              <a:lnSpc>
                <a:spcPct val="100000"/>
              </a:lnSpc>
              <a:spcBef>
                <a:spcPts val="0"/>
              </a:spcBef>
              <a:spcAft>
                <a:spcPts val="0"/>
              </a:spcAft>
              <a:buClr>
                <a:srgbClr val="FF00A3"/>
              </a:buClr>
              <a:buSzPts val="2100"/>
              <a:buNone/>
              <a:defRPr sz="2100">
                <a:solidFill>
                  <a:srgbClr val="FF00A3"/>
                </a:solidFill>
              </a:defRPr>
            </a:lvl2pPr>
            <a:lvl3pPr lvl="2" rtl="0">
              <a:lnSpc>
                <a:spcPct val="100000"/>
              </a:lnSpc>
              <a:spcBef>
                <a:spcPts val="0"/>
              </a:spcBef>
              <a:spcAft>
                <a:spcPts val="0"/>
              </a:spcAft>
              <a:buClr>
                <a:srgbClr val="FF00A3"/>
              </a:buClr>
              <a:buSzPts val="2100"/>
              <a:buNone/>
              <a:defRPr sz="2100">
                <a:solidFill>
                  <a:srgbClr val="FF00A3"/>
                </a:solidFill>
              </a:defRPr>
            </a:lvl3pPr>
            <a:lvl4pPr lvl="3" rtl="0">
              <a:lnSpc>
                <a:spcPct val="100000"/>
              </a:lnSpc>
              <a:spcBef>
                <a:spcPts val="0"/>
              </a:spcBef>
              <a:spcAft>
                <a:spcPts val="0"/>
              </a:spcAft>
              <a:buClr>
                <a:srgbClr val="FF00A3"/>
              </a:buClr>
              <a:buSzPts val="2100"/>
              <a:buNone/>
              <a:defRPr sz="2100">
                <a:solidFill>
                  <a:srgbClr val="FF00A3"/>
                </a:solidFill>
              </a:defRPr>
            </a:lvl4pPr>
            <a:lvl5pPr lvl="4" rtl="0">
              <a:lnSpc>
                <a:spcPct val="100000"/>
              </a:lnSpc>
              <a:spcBef>
                <a:spcPts val="0"/>
              </a:spcBef>
              <a:spcAft>
                <a:spcPts val="0"/>
              </a:spcAft>
              <a:buClr>
                <a:srgbClr val="FF00A3"/>
              </a:buClr>
              <a:buSzPts val="2100"/>
              <a:buNone/>
              <a:defRPr sz="2100">
                <a:solidFill>
                  <a:srgbClr val="FF00A3"/>
                </a:solidFill>
              </a:defRPr>
            </a:lvl5pPr>
            <a:lvl6pPr lvl="5" rtl="0">
              <a:lnSpc>
                <a:spcPct val="100000"/>
              </a:lnSpc>
              <a:spcBef>
                <a:spcPts val="0"/>
              </a:spcBef>
              <a:spcAft>
                <a:spcPts val="0"/>
              </a:spcAft>
              <a:buClr>
                <a:srgbClr val="FF00A3"/>
              </a:buClr>
              <a:buSzPts val="2100"/>
              <a:buNone/>
              <a:defRPr sz="2100">
                <a:solidFill>
                  <a:srgbClr val="FF00A3"/>
                </a:solidFill>
              </a:defRPr>
            </a:lvl6pPr>
            <a:lvl7pPr lvl="6" rtl="0">
              <a:lnSpc>
                <a:spcPct val="100000"/>
              </a:lnSpc>
              <a:spcBef>
                <a:spcPts val="0"/>
              </a:spcBef>
              <a:spcAft>
                <a:spcPts val="0"/>
              </a:spcAft>
              <a:buClr>
                <a:srgbClr val="FF00A3"/>
              </a:buClr>
              <a:buSzPts val="2100"/>
              <a:buNone/>
              <a:defRPr sz="2100">
                <a:solidFill>
                  <a:srgbClr val="FF00A3"/>
                </a:solidFill>
              </a:defRPr>
            </a:lvl7pPr>
            <a:lvl8pPr lvl="7" rtl="0">
              <a:lnSpc>
                <a:spcPct val="100000"/>
              </a:lnSpc>
              <a:spcBef>
                <a:spcPts val="0"/>
              </a:spcBef>
              <a:spcAft>
                <a:spcPts val="0"/>
              </a:spcAft>
              <a:buClr>
                <a:srgbClr val="FF00A3"/>
              </a:buClr>
              <a:buSzPts val="2100"/>
              <a:buNone/>
              <a:defRPr sz="2100">
                <a:solidFill>
                  <a:srgbClr val="FF00A3"/>
                </a:solidFill>
              </a:defRPr>
            </a:lvl8pPr>
            <a:lvl9pPr lvl="8" rtl="0">
              <a:lnSpc>
                <a:spcPct val="100000"/>
              </a:lnSpc>
              <a:spcBef>
                <a:spcPts val="0"/>
              </a:spcBef>
              <a:spcAft>
                <a:spcPts val="0"/>
              </a:spcAft>
              <a:buClr>
                <a:srgbClr val="FF00A3"/>
              </a:buClr>
              <a:buSzPts val="2100"/>
              <a:buNone/>
              <a:defRPr sz="2100">
                <a:solidFill>
                  <a:srgbClr val="FF00A3"/>
                </a:solidFill>
              </a:defRPr>
            </a:lvl9pPr>
          </a:lstStyle>
          <a:p>
            <a:endParaRPr/>
          </a:p>
        </p:txBody>
      </p:sp>
      <p:sp>
        <p:nvSpPr>
          <p:cNvPr id="65" name="Google Shape;65;p9"/>
          <p:cNvSpPr txBox="1">
            <a:spLocks noGrp="1"/>
          </p:cNvSpPr>
          <p:nvPr>
            <p:ph type="title"/>
          </p:nvPr>
        </p:nvSpPr>
        <p:spPr>
          <a:xfrm>
            <a:off x="713225" y="359300"/>
            <a:ext cx="7736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66" name="Google Shape;66;p9"/>
          <p:cNvGrpSpPr/>
          <p:nvPr/>
        </p:nvGrpSpPr>
        <p:grpSpPr>
          <a:xfrm rot="-9548375">
            <a:off x="215617" y="258622"/>
            <a:ext cx="774553" cy="1059021"/>
            <a:chOff x="8487996" y="3199602"/>
            <a:chExt cx="1292466" cy="1767148"/>
          </a:xfrm>
        </p:grpSpPr>
        <p:sp>
          <p:nvSpPr>
            <p:cNvPr id="67" name="Google Shape;67;p9"/>
            <p:cNvSpPr/>
            <p:nvPr/>
          </p:nvSpPr>
          <p:spPr>
            <a:xfrm rot="10800000" flipH="1">
              <a:off x="8647963" y="3199602"/>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9"/>
            <p:cNvSpPr/>
            <p:nvPr/>
          </p:nvSpPr>
          <p:spPr>
            <a:xfrm rot="10800000" flipH="1">
              <a:off x="8487996" y="4392929"/>
              <a:ext cx="573096" cy="573821"/>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713225" y="3864500"/>
            <a:ext cx="773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1"/>
        <p:cNvGrpSpPr/>
        <p:nvPr/>
      </p:nvGrpSpPr>
      <p:grpSpPr>
        <a:xfrm>
          <a:off x="0" y="0"/>
          <a:ext cx="0" cy="0"/>
          <a:chOff x="0" y="0"/>
          <a:chExt cx="0" cy="0"/>
        </a:xfrm>
      </p:grpSpPr>
      <p:sp>
        <p:nvSpPr>
          <p:cNvPr id="72" name="Google Shape;72;p11"/>
          <p:cNvSpPr txBox="1">
            <a:spLocks noGrp="1"/>
          </p:cNvSpPr>
          <p:nvPr>
            <p:ph type="title" hasCustomPrompt="1"/>
          </p:nvPr>
        </p:nvSpPr>
        <p:spPr>
          <a:xfrm>
            <a:off x="1981200" y="1106125"/>
            <a:ext cx="5181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1"/>
          <p:cNvSpPr txBox="1">
            <a:spLocks noGrp="1"/>
          </p:cNvSpPr>
          <p:nvPr>
            <p:ph type="body" idx="1"/>
          </p:nvPr>
        </p:nvSpPr>
        <p:spPr>
          <a:xfrm>
            <a:off x="2176500" y="3152225"/>
            <a:ext cx="47910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74" name="Google Shape;74;p11"/>
          <p:cNvSpPr/>
          <p:nvPr/>
        </p:nvSpPr>
        <p:spPr>
          <a:xfrm>
            <a:off x="8626139" y="968000"/>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a:off x="8438052" y="229950"/>
            <a:ext cx="672175" cy="67302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310401">
            <a:off x="8026962" y="2120352"/>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1"/>
          <p:cNvSpPr/>
          <p:nvPr/>
        </p:nvSpPr>
        <p:spPr>
          <a:xfrm>
            <a:off x="7787250" y="102804"/>
            <a:ext cx="531892" cy="53256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1"/>
          <p:cNvSpPr/>
          <p:nvPr/>
        </p:nvSpPr>
        <p:spPr>
          <a:xfrm rot="310344">
            <a:off x="8347793" y="3513056"/>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1"/>
          <p:cNvSpPr/>
          <p:nvPr/>
        </p:nvSpPr>
        <p:spPr>
          <a:xfrm flipH="1">
            <a:off x="-291675" y="2670863"/>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1"/>
          <p:cNvSpPr/>
          <p:nvPr/>
        </p:nvSpPr>
        <p:spPr>
          <a:xfrm flipH="1">
            <a:off x="356737" y="1932813"/>
            <a:ext cx="672175" cy="67302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1"/>
          <p:cNvSpPr/>
          <p:nvPr/>
        </p:nvSpPr>
        <p:spPr>
          <a:xfrm rot="-310401" flipH="1">
            <a:off x="74761" y="3823215"/>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1"/>
          <p:cNvSpPr/>
          <p:nvPr/>
        </p:nvSpPr>
        <p:spPr>
          <a:xfrm flipH="1">
            <a:off x="1147822" y="1805667"/>
            <a:ext cx="531892" cy="53256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43"/>
        <p:cNvGrpSpPr/>
        <p:nvPr/>
      </p:nvGrpSpPr>
      <p:grpSpPr>
        <a:xfrm>
          <a:off x="0" y="0"/>
          <a:ext cx="0" cy="0"/>
          <a:chOff x="0" y="0"/>
          <a:chExt cx="0" cy="0"/>
        </a:xfrm>
      </p:grpSpPr>
      <p:sp>
        <p:nvSpPr>
          <p:cNvPr id="144" name="Google Shape;144;p20"/>
          <p:cNvSpPr/>
          <p:nvPr/>
        </p:nvSpPr>
        <p:spPr>
          <a:xfrm rot="1251267" flipH="1">
            <a:off x="-428677" y="623425"/>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0"/>
          <p:cNvSpPr/>
          <p:nvPr/>
        </p:nvSpPr>
        <p:spPr>
          <a:xfrm rot="1251267" flipH="1">
            <a:off x="536673" y="97611"/>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0"/>
          <p:cNvSpPr/>
          <p:nvPr/>
        </p:nvSpPr>
        <p:spPr>
          <a:xfrm rot="940743" flipH="1">
            <a:off x="-545427" y="1864560"/>
            <a:ext cx="1365294" cy="136430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0"/>
          <p:cNvSpPr/>
          <p:nvPr/>
        </p:nvSpPr>
        <p:spPr>
          <a:xfrm rot="1250804" flipH="1">
            <a:off x="1358028" y="140861"/>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0"/>
          <p:cNvSpPr/>
          <p:nvPr/>
        </p:nvSpPr>
        <p:spPr>
          <a:xfrm rot="-310401" flipH="1">
            <a:off x="528872" y="2863302"/>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0"/>
          <p:cNvSpPr/>
          <p:nvPr/>
        </p:nvSpPr>
        <p:spPr>
          <a:xfrm rot="-310344" flipH="1">
            <a:off x="-133892" y="4256006"/>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150"/>
        <p:cNvGrpSpPr/>
        <p:nvPr/>
      </p:nvGrpSpPr>
      <p:grpSpPr>
        <a:xfrm>
          <a:off x="0" y="0"/>
          <a:ext cx="0" cy="0"/>
          <a:chOff x="0" y="0"/>
          <a:chExt cx="0" cy="0"/>
        </a:xfrm>
      </p:grpSpPr>
      <p:sp>
        <p:nvSpPr>
          <p:cNvPr id="151" name="Google Shape;151;p21"/>
          <p:cNvSpPr/>
          <p:nvPr/>
        </p:nvSpPr>
        <p:spPr>
          <a:xfrm rot="9548733">
            <a:off x="-352477" y="3213511"/>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1"/>
          <p:cNvSpPr/>
          <p:nvPr/>
        </p:nvSpPr>
        <p:spPr>
          <a:xfrm rot="9548733">
            <a:off x="612873" y="4197981"/>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1"/>
          <p:cNvSpPr/>
          <p:nvPr/>
        </p:nvSpPr>
        <p:spPr>
          <a:xfrm rot="9859257">
            <a:off x="-469227" y="1739767"/>
            <a:ext cx="1365294" cy="136430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1"/>
          <p:cNvSpPr/>
          <p:nvPr/>
        </p:nvSpPr>
        <p:spPr>
          <a:xfrm rot="9549196">
            <a:off x="1434228" y="4295200"/>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1"/>
          <p:cNvSpPr/>
          <p:nvPr/>
        </p:nvSpPr>
        <p:spPr>
          <a:xfrm rot="-10489599">
            <a:off x="605072" y="741078"/>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1"/>
          <p:cNvSpPr/>
          <p:nvPr/>
        </p:nvSpPr>
        <p:spPr>
          <a:xfrm rot="-10489656">
            <a:off x="-57692" y="-993310"/>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CUSTOM_9">
    <p:spTree>
      <p:nvGrpSpPr>
        <p:cNvPr id="1" name="Shape 157"/>
        <p:cNvGrpSpPr/>
        <p:nvPr/>
      </p:nvGrpSpPr>
      <p:grpSpPr>
        <a:xfrm>
          <a:off x="0" y="0"/>
          <a:ext cx="0" cy="0"/>
          <a:chOff x="0" y="0"/>
          <a:chExt cx="0" cy="0"/>
        </a:xfrm>
      </p:grpSpPr>
      <p:sp>
        <p:nvSpPr>
          <p:cNvPr id="158" name="Google Shape;158;p22"/>
          <p:cNvSpPr/>
          <p:nvPr/>
        </p:nvSpPr>
        <p:spPr>
          <a:xfrm rot="-6651267">
            <a:off x="3597833" y="-694565"/>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2"/>
          <p:cNvSpPr/>
          <p:nvPr/>
        </p:nvSpPr>
        <p:spPr>
          <a:xfrm rot="-6651267">
            <a:off x="3072856" y="269948"/>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2"/>
          <p:cNvSpPr/>
          <p:nvPr/>
        </p:nvSpPr>
        <p:spPr>
          <a:xfrm rot="-6340743">
            <a:off x="4838882" y="-811231"/>
            <a:ext cx="1365294" cy="136430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2"/>
          <p:cNvSpPr/>
          <p:nvPr/>
        </p:nvSpPr>
        <p:spPr>
          <a:xfrm rot="-6650804">
            <a:off x="2506417" y="187116"/>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2"/>
          <p:cNvSpPr/>
          <p:nvPr/>
        </p:nvSpPr>
        <p:spPr>
          <a:xfrm rot="-5089599">
            <a:off x="5837625" y="263069"/>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2"/>
          <p:cNvSpPr/>
          <p:nvPr/>
        </p:nvSpPr>
        <p:spPr>
          <a:xfrm rot="-5089656">
            <a:off x="7230204" y="-399571"/>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3">
  <p:cSld name="CUSTOM_10">
    <p:spTree>
      <p:nvGrpSpPr>
        <p:cNvPr id="1" name="Shape 164"/>
        <p:cNvGrpSpPr/>
        <p:nvPr/>
      </p:nvGrpSpPr>
      <p:grpSpPr>
        <a:xfrm>
          <a:off x="0" y="0"/>
          <a:ext cx="0" cy="0"/>
          <a:chOff x="0" y="0"/>
          <a:chExt cx="0" cy="0"/>
        </a:xfrm>
      </p:grpSpPr>
      <p:sp>
        <p:nvSpPr>
          <p:cNvPr id="165" name="Google Shape;165;p23"/>
          <p:cNvSpPr/>
          <p:nvPr/>
        </p:nvSpPr>
        <p:spPr>
          <a:xfrm rot="4148733">
            <a:off x="4232259" y="4717386"/>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3"/>
          <p:cNvSpPr/>
          <p:nvPr/>
        </p:nvSpPr>
        <p:spPr>
          <a:xfrm rot="4148733">
            <a:off x="5217567" y="4211530"/>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3"/>
          <p:cNvSpPr/>
          <p:nvPr/>
        </p:nvSpPr>
        <p:spPr>
          <a:xfrm rot="4459257">
            <a:off x="2758430" y="4601442"/>
            <a:ext cx="1365294" cy="136430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3"/>
          <p:cNvSpPr/>
          <p:nvPr/>
        </p:nvSpPr>
        <p:spPr>
          <a:xfrm rot="4149196">
            <a:off x="5924296" y="4434829"/>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3"/>
          <p:cNvSpPr/>
          <p:nvPr/>
        </p:nvSpPr>
        <p:spPr>
          <a:xfrm rot="5710401">
            <a:off x="1759741" y="3527196"/>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3"/>
          <p:cNvSpPr/>
          <p:nvPr/>
        </p:nvSpPr>
        <p:spPr>
          <a:xfrm rot="5710344">
            <a:off x="25229" y="3848152"/>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F8B7B"/>
              </a:buClr>
              <a:buSzPts val="2800"/>
              <a:buFont typeface="Hammersmith One"/>
              <a:buNone/>
              <a:defRPr sz="2800">
                <a:solidFill>
                  <a:srgbClr val="FF8B7B"/>
                </a:solidFill>
                <a:latin typeface="Hammersmith One"/>
                <a:ea typeface="Hammersmith One"/>
                <a:cs typeface="Hammersmith One"/>
                <a:sym typeface="Hammersmith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Source Sans Pro"/>
              <a:buChar char="●"/>
              <a:defRPr sz="1800">
                <a:solidFill>
                  <a:schemeClr val="lt1"/>
                </a:solidFill>
                <a:latin typeface="Source Sans Pro"/>
                <a:ea typeface="Source Sans Pro"/>
                <a:cs typeface="Source Sans Pro"/>
                <a:sym typeface="Source Sans Pro"/>
              </a:defRPr>
            </a:lvl1pPr>
            <a:lvl2pPr marL="914400" lvl="1"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2pPr>
            <a:lvl3pPr marL="1371600" lvl="2"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3pPr>
            <a:lvl4pPr marL="1828800" lvl="3"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4pPr>
            <a:lvl5pPr marL="2286000" lvl="4"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5pPr>
            <a:lvl6pPr marL="2743200" lvl="5"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6pPr>
            <a:lvl7pPr marL="3200400" lvl="6"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7pPr>
            <a:lvl8pPr marL="3657600" lvl="7" indent="-317500">
              <a:lnSpc>
                <a:spcPct val="115000"/>
              </a:lnSpc>
              <a:spcBef>
                <a:spcPts val="1600"/>
              </a:spcBef>
              <a:spcAft>
                <a:spcPts val="0"/>
              </a:spcAft>
              <a:buClr>
                <a:schemeClr val="lt1"/>
              </a:buClr>
              <a:buSzPts val="1400"/>
              <a:buChar char="○"/>
              <a:defRPr>
                <a:solidFill>
                  <a:schemeClr val="lt1"/>
                </a:solidFill>
              </a:defRPr>
            </a:lvl8pPr>
            <a:lvl9pPr marL="4114800" lvl="8" indent="-317500">
              <a:lnSpc>
                <a:spcPct val="115000"/>
              </a:lnSpc>
              <a:spcBef>
                <a:spcPts val="1600"/>
              </a:spcBef>
              <a:spcAft>
                <a:spcPts val="1600"/>
              </a:spcAft>
              <a:buClr>
                <a:schemeClr val="lt1"/>
              </a:buClr>
              <a:buSzPts val="1400"/>
              <a:buChar char="■"/>
              <a:defRPr>
                <a:solidFill>
                  <a:schemeClr val="lt1"/>
                </a:solidFil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4" r:id="rId4"/>
    <p:sldLayoutId id="2147483655" r:id="rId5"/>
    <p:sldLayoutId id="2147483656" r:id="rId6"/>
    <p:sldLayoutId id="2147483657" r:id="rId7"/>
    <p:sldLayoutId id="2147483658" r:id="rId8"/>
    <p:sldLayoutId id="2147483666" r:id="rId9"/>
    <p:sldLayoutId id="2147483667" r:id="rId10"/>
    <p:sldLayoutId id="2147483668" r:id="rId11"/>
    <p:sldLayoutId id="214748366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webp"/><Relationship Id="rId3" Type="http://schemas.openxmlformats.org/officeDocument/2006/relationships/image" Target="../media/image3.png"/><Relationship Id="rId7" Type="http://schemas.openxmlformats.org/officeDocument/2006/relationships/image" Target="../media/image7.avif"/><Relationship Id="rId12" Type="http://schemas.openxmlformats.org/officeDocument/2006/relationships/image" Target="../media/image12.jp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jpg"/><Relationship Id="rId11" Type="http://schemas.openxmlformats.org/officeDocument/2006/relationships/image" Target="../media/image11.jpg"/><Relationship Id="rId5" Type="http://schemas.openxmlformats.org/officeDocument/2006/relationships/image" Target="../media/image5.jpg"/><Relationship Id="rId10" Type="http://schemas.openxmlformats.org/officeDocument/2006/relationships/image" Target="../media/image10.webp"/><Relationship Id="rId4" Type="http://schemas.openxmlformats.org/officeDocument/2006/relationships/image" Target="../media/image4.png"/><Relationship Id="rId9" Type="http://schemas.openxmlformats.org/officeDocument/2006/relationships/image" Target="../media/image9.jpeg"/></Relationships>
</file>

<file path=ppt/slides/_rels/slide9.xml.rels><?xml version="1.0" encoding="UTF-8" standalone="yes"?>
<Relationships xmlns="http://schemas.openxmlformats.org/package/2006/relationships"><Relationship Id="rId8" Type="http://schemas.openxmlformats.org/officeDocument/2006/relationships/image" Target="../media/image20.webp"/><Relationship Id="rId3" Type="http://schemas.openxmlformats.org/officeDocument/2006/relationships/image" Target="../media/image15.jpeg"/><Relationship Id="rId7" Type="http://schemas.openxmlformats.org/officeDocument/2006/relationships/image" Target="../media/image19.jfif"/><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jfif"/><Relationship Id="rId5" Type="http://schemas.openxmlformats.org/officeDocument/2006/relationships/image" Target="../media/image17.jfif"/><Relationship Id="rId4" Type="http://schemas.openxmlformats.org/officeDocument/2006/relationships/image" Target="../media/image16.jf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78"/>
        <p:cNvGrpSpPr/>
        <p:nvPr/>
      </p:nvGrpSpPr>
      <p:grpSpPr>
        <a:xfrm>
          <a:off x="0" y="0"/>
          <a:ext cx="0" cy="0"/>
          <a:chOff x="0" y="0"/>
          <a:chExt cx="0" cy="0"/>
        </a:xfrm>
      </p:grpSpPr>
      <p:sp>
        <p:nvSpPr>
          <p:cNvPr id="179" name="Google Shape;179;p26"/>
          <p:cNvSpPr txBox="1">
            <a:spLocks noGrp="1"/>
          </p:cNvSpPr>
          <p:nvPr>
            <p:ph type="ctrTitle"/>
          </p:nvPr>
        </p:nvSpPr>
        <p:spPr>
          <a:xfrm>
            <a:off x="3035193" y="1029662"/>
            <a:ext cx="5947442" cy="2549402"/>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fr-FR" sz="4000" u="sng" dirty="0">
                <a:solidFill>
                  <a:schemeClr val="accent3"/>
                </a:solidFill>
                <a:latin typeface="Colonna MT" panose="04020805060202030203" pitchFamily="82" charset="0"/>
              </a:rPr>
              <a:t>MSV YOUNG ENTREPRENEURS INDIA </a:t>
            </a:r>
            <a:br>
              <a:rPr lang="fr-FR" sz="4000" u="sng" dirty="0">
                <a:solidFill>
                  <a:schemeClr val="accent3"/>
                </a:solidFill>
                <a:latin typeface="Colonna MT" panose="04020805060202030203" pitchFamily="82" charset="0"/>
              </a:rPr>
            </a:br>
            <a:r>
              <a:rPr lang="fr-FR" sz="4000" u="sng" dirty="0">
                <a:solidFill>
                  <a:schemeClr val="accent3"/>
                </a:solidFill>
                <a:latin typeface="Colonna MT" panose="04020805060202030203" pitchFamily="82" charset="0"/>
              </a:rPr>
              <a:t> PVT. LTD.</a:t>
            </a:r>
          </a:p>
        </p:txBody>
      </p:sp>
      <p:grpSp>
        <p:nvGrpSpPr>
          <p:cNvPr id="181" name="Google Shape;181;p26"/>
          <p:cNvGrpSpPr/>
          <p:nvPr/>
        </p:nvGrpSpPr>
        <p:grpSpPr>
          <a:xfrm>
            <a:off x="61988" y="1990496"/>
            <a:ext cx="3347639" cy="2861400"/>
            <a:chOff x="1190200" y="796850"/>
            <a:chExt cx="5212075" cy="4002050"/>
          </a:xfrm>
        </p:grpSpPr>
        <p:sp>
          <p:nvSpPr>
            <p:cNvPr id="182" name="Google Shape;182;p26"/>
            <p:cNvSpPr/>
            <p:nvPr/>
          </p:nvSpPr>
          <p:spPr>
            <a:xfrm>
              <a:off x="1190200" y="4224300"/>
              <a:ext cx="5212075" cy="2525"/>
            </a:xfrm>
            <a:custGeom>
              <a:avLst/>
              <a:gdLst/>
              <a:ahLst/>
              <a:cxnLst/>
              <a:rect l="l" t="t" r="r" b="b"/>
              <a:pathLst>
                <a:path w="208483" h="101" extrusionOk="0">
                  <a:moveTo>
                    <a:pt x="0" y="0"/>
                  </a:moveTo>
                  <a:lnTo>
                    <a:pt x="0" y="101"/>
                  </a:lnTo>
                  <a:lnTo>
                    <a:pt x="208482" y="101"/>
                  </a:lnTo>
                  <a:lnTo>
                    <a:pt x="208482"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5534950" y="4391925"/>
              <a:ext cx="345275" cy="2525"/>
            </a:xfrm>
            <a:custGeom>
              <a:avLst/>
              <a:gdLst/>
              <a:ahLst/>
              <a:cxnLst/>
              <a:rect l="l" t="t" r="r" b="b"/>
              <a:pathLst>
                <a:path w="13811" h="101" extrusionOk="0">
                  <a:moveTo>
                    <a:pt x="1" y="0"/>
                  </a:moveTo>
                  <a:lnTo>
                    <a:pt x="1" y="100"/>
                  </a:lnTo>
                  <a:lnTo>
                    <a:pt x="13811" y="100"/>
                  </a:lnTo>
                  <a:lnTo>
                    <a:pt x="13811"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4234025" y="4420275"/>
              <a:ext cx="408650" cy="2525"/>
            </a:xfrm>
            <a:custGeom>
              <a:avLst/>
              <a:gdLst/>
              <a:ahLst/>
              <a:cxnLst/>
              <a:rect l="l" t="t" r="r" b="b"/>
              <a:pathLst>
                <a:path w="16346" h="101" extrusionOk="0">
                  <a:moveTo>
                    <a:pt x="1" y="0"/>
                  </a:moveTo>
                  <a:lnTo>
                    <a:pt x="1" y="100"/>
                  </a:lnTo>
                  <a:lnTo>
                    <a:pt x="16346" y="100"/>
                  </a:lnTo>
                  <a:lnTo>
                    <a:pt x="16346"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4930350" y="4295175"/>
              <a:ext cx="593800" cy="2525"/>
            </a:xfrm>
            <a:custGeom>
              <a:avLst/>
              <a:gdLst/>
              <a:ahLst/>
              <a:cxnLst/>
              <a:rect l="l" t="t" r="r" b="b"/>
              <a:pathLst>
                <a:path w="23752" h="101" extrusionOk="0">
                  <a:moveTo>
                    <a:pt x="1" y="1"/>
                  </a:moveTo>
                  <a:lnTo>
                    <a:pt x="1" y="101"/>
                  </a:lnTo>
                  <a:lnTo>
                    <a:pt x="23751" y="101"/>
                  </a:lnTo>
                  <a:lnTo>
                    <a:pt x="23751" y="1"/>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3008975" y="4312700"/>
              <a:ext cx="715550" cy="2525"/>
            </a:xfrm>
            <a:custGeom>
              <a:avLst/>
              <a:gdLst/>
              <a:ahLst/>
              <a:cxnLst/>
              <a:rect l="l" t="t" r="r" b="b"/>
              <a:pathLst>
                <a:path w="28622" h="101" extrusionOk="0">
                  <a:moveTo>
                    <a:pt x="1" y="0"/>
                  </a:moveTo>
                  <a:lnTo>
                    <a:pt x="1" y="100"/>
                  </a:lnTo>
                  <a:lnTo>
                    <a:pt x="28621" y="100"/>
                  </a:lnTo>
                  <a:lnTo>
                    <a:pt x="28621"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p:nvPr/>
          </p:nvSpPr>
          <p:spPr>
            <a:xfrm>
              <a:off x="3817075" y="4312700"/>
              <a:ext cx="65900" cy="2525"/>
            </a:xfrm>
            <a:custGeom>
              <a:avLst/>
              <a:gdLst/>
              <a:ahLst/>
              <a:cxnLst/>
              <a:rect l="l" t="t" r="r" b="b"/>
              <a:pathLst>
                <a:path w="2636" h="101" extrusionOk="0">
                  <a:moveTo>
                    <a:pt x="0" y="0"/>
                  </a:moveTo>
                  <a:lnTo>
                    <a:pt x="0" y="100"/>
                  </a:lnTo>
                  <a:lnTo>
                    <a:pt x="2635" y="100"/>
                  </a:lnTo>
                  <a:lnTo>
                    <a:pt x="2635"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2215075" y="4356900"/>
              <a:ext cx="1321825" cy="2525"/>
            </a:xfrm>
            <a:custGeom>
              <a:avLst/>
              <a:gdLst/>
              <a:ahLst/>
              <a:cxnLst/>
              <a:rect l="l" t="t" r="r" b="b"/>
              <a:pathLst>
                <a:path w="52873" h="101" extrusionOk="0">
                  <a:moveTo>
                    <a:pt x="1" y="0"/>
                  </a:moveTo>
                  <a:lnTo>
                    <a:pt x="1" y="100"/>
                  </a:lnTo>
                  <a:lnTo>
                    <a:pt x="52872" y="100"/>
                  </a:lnTo>
                  <a:lnTo>
                    <a:pt x="52872"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1929875" y="1081225"/>
              <a:ext cx="2290000" cy="1707900"/>
            </a:xfrm>
            <a:custGeom>
              <a:avLst/>
              <a:gdLst/>
              <a:ahLst/>
              <a:cxnLst/>
              <a:rect l="l" t="t" r="r" b="b"/>
              <a:pathLst>
                <a:path w="91600" h="68316" extrusionOk="0">
                  <a:moveTo>
                    <a:pt x="1" y="0"/>
                  </a:moveTo>
                  <a:lnTo>
                    <a:pt x="1" y="68316"/>
                  </a:lnTo>
                  <a:lnTo>
                    <a:pt x="91600" y="68316"/>
                  </a:lnTo>
                  <a:lnTo>
                    <a:pt x="91600"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4219850" y="1081225"/>
              <a:ext cx="14200" cy="1707900"/>
            </a:xfrm>
            <a:custGeom>
              <a:avLst/>
              <a:gdLst/>
              <a:ahLst/>
              <a:cxnLst/>
              <a:rect l="l" t="t" r="r" b="b"/>
              <a:pathLst>
                <a:path w="568" h="68316" extrusionOk="0">
                  <a:moveTo>
                    <a:pt x="1" y="0"/>
                  </a:moveTo>
                  <a:lnTo>
                    <a:pt x="1" y="68316"/>
                  </a:lnTo>
                  <a:lnTo>
                    <a:pt x="568" y="68316"/>
                  </a:lnTo>
                  <a:lnTo>
                    <a:pt x="56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2043300" y="1194625"/>
              <a:ext cx="2063150" cy="1481100"/>
            </a:xfrm>
            <a:custGeom>
              <a:avLst/>
              <a:gdLst/>
              <a:ahLst/>
              <a:cxnLst/>
              <a:rect l="l" t="t" r="r" b="b"/>
              <a:pathLst>
                <a:path w="82526" h="59244" extrusionOk="0">
                  <a:moveTo>
                    <a:pt x="0" y="1"/>
                  </a:moveTo>
                  <a:lnTo>
                    <a:pt x="0" y="59243"/>
                  </a:lnTo>
                  <a:lnTo>
                    <a:pt x="82526" y="59243"/>
                  </a:lnTo>
                  <a:lnTo>
                    <a:pt x="82526"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3557700" y="2241225"/>
              <a:ext cx="367800" cy="513725"/>
            </a:xfrm>
            <a:custGeom>
              <a:avLst/>
              <a:gdLst/>
              <a:ahLst/>
              <a:cxnLst/>
              <a:rect l="l" t="t" r="r" b="b"/>
              <a:pathLst>
                <a:path w="14712" h="20549" extrusionOk="0">
                  <a:moveTo>
                    <a:pt x="1" y="0"/>
                  </a:moveTo>
                  <a:lnTo>
                    <a:pt x="1" y="20548"/>
                  </a:lnTo>
                  <a:lnTo>
                    <a:pt x="14711" y="20548"/>
                  </a:lnTo>
                  <a:lnTo>
                    <a:pt x="147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3019825" y="2060250"/>
              <a:ext cx="392800" cy="513725"/>
            </a:xfrm>
            <a:custGeom>
              <a:avLst/>
              <a:gdLst/>
              <a:ahLst/>
              <a:cxnLst/>
              <a:rect l="l" t="t" r="r" b="b"/>
              <a:pathLst>
                <a:path w="15712" h="20549" extrusionOk="0">
                  <a:moveTo>
                    <a:pt x="1035" y="1"/>
                  </a:moveTo>
                  <a:lnTo>
                    <a:pt x="1" y="20549"/>
                  </a:lnTo>
                  <a:lnTo>
                    <a:pt x="14678" y="20549"/>
                  </a:lnTo>
                  <a:lnTo>
                    <a:pt x="157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2789675" y="2241225"/>
              <a:ext cx="366950" cy="513725"/>
            </a:xfrm>
            <a:custGeom>
              <a:avLst/>
              <a:gdLst/>
              <a:ahLst/>
              <a:cxnLst/>
              <a:rect l="l" t="t" r="r" b="b"/>
              <a:pathLst>
                <a:path w="14678" h="20549" extrusionOk="0">
                  <a:moveTo>
                    <a:pt x="0" y="0"/>
                  </a:moveTo>
                  <a:lnTo>
                    <a:pt x="0" y="20548"/>
                  </a:lnTo>
                  <a:lnTo>
                    <a:pt x="14677" y="20548"/>
                  </a:lnTo>
                  <a:lnTo>
                    <a:pt x="146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2250950" y="2060250"/>
              <a:ext cx="393625" cy="513725"/>
            </a:xfrm>
            <a:custGeom>
              <a:avLst/>
              <a:gdLst/>
              <a:ahLst/>
              <a:cxnLst/>
              <a:rect l="l" t="t" r="r" b="b"/>
              <a:pathLst>
                <a:path w="15745" h="20549" extrusionOk="0">
                  <a:moveTo>
                    <a:pt x="1068" y="1"/>
                  </a:moveTo>
                  <a:lnTo>
                    <a:pt x="0" y="20549"/>
                  </a:lnTo>
                  <a:lnTo>
                    <a:pt x="14677" y="20549"/>
                  </a:lnTo>
                  <a:lnTo>
                    <a:pt x="157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2561175" y="1235500"/>
              <a:ext cx="586275" cy="732200"/>
            </a:xfrm>
            <a:custGeom>
              <a:avLst/>
              <a:gdLst/>
              <a:ahLst/>
              <a:cxnLst/>
              <a:rect l="l" t="t" r="r" b="b"/>
              <a:pathLst>
                <a:path w="23451" h="29288" extrusionOk="0">
                  <a:moveTo>
                    <a:pt x="3436" y="0"/>
                  </a:moveTo>
                  <a:lnTo>
                    <a:pt x="0" y="27887"/>
                  </a:lnTo>
                  <a:lnTo>
                    <a:pt x="20014" y="29288"/>
                  </a:lnTo>
                  <a:lnTo>
                    <a:pt x="23450" y="1435"/>
                  </a:lnTo>
                  <a:lnTo>
                    <a:pt x="34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3762850" y="1145425"/>
              <a:ext cx="393650" cy="514575"/>
            </a:xfrm>
            <a:custGeom>
              <a:avLst/>
              <a:gdLst/>
              <a:ahLst/>
              <a:cxnLst/>
              <a:rect l="l" t="t" r="r" b="b"/>
              <a:pathLst>
                <a:path w="15746" h="20583" extrusionOk="0">
                  <a:moveTo>
                    <a:pt x="1068" y="1"/>
                  </a:moveTo>
                  <a:lnTo>
                    <a:pt x="1" y="20582"/>
                  </a:lnTo>
                  <a:lnTo>
                    <a:pt x="14678" y="20582"/>
                  </a:lnTo>
                  <a:lnTo>
                    <a:pt x="157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3280850" y="1440650"/>
              <a:ext cx="388625" cy="529550"/>
            </a:xfrm>
            <a:custGeom>
              <a:avLst/>
              <a:gdLst/>
              <a:ahLst/>
              <a:cxnLst/>
              <a:rect l="l" t="t" r="r" b="b"/>
              <a:pathLst>
                <a:path w="15545" h="21182" extrusionOk="0">
                  <a:moveTo>
                    <a:pt x="868" y="0"/>
                  </a:moveTo>
                  <a:lnTo>
                    <a:pt x="0" y="20515"/>
                  </a:lnTo>
                  <a:lnTo>
                    <a:pt x="14644" y="21182"/>
                  </a:lnTo>
                  <a:lnTo>
                    <a:pt x="15545" y="634"/>
                  </a:lnTo>
                  <a:lnTo>
                    <a:pt x="8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1979925" y="1286375"/>
              <a:ext cx="381950" cy="524550"/>
            </a:xfrm>
            <a:custGeom>
              <a:avLst/>
              <a:gdLst/>
              <a:ahLst/>
              <a:cxnLst/>
              <a:rect l="l" t="t" r="r" b="b"/>
              <a:pathLst>
                <a:path w="15278" h="20982" extrusionOk="0">
                  <a:moveTo>
                    <a:pt x="14677" y="0"/>
                  </a:moveTo>
                  <a:lnTo>
                    <a:pt x="0" y="434"/>
                  </a:lnTo>
                  <a:lnTo>
                    <a:pt x="601" y="20982"/>
                  </a:lnTo>
                  <a:lnTo>
                    <a:pt x="15278" y="20548"/>
                  </a:lnTo>
                  <a:lnTo>
                    <a:pt x="146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4699350" y="1225475"/>
              <a:ext cx="932375" cy="1371850"/>
            </a:xfrm>
            <a:custGeom>
              <a:avLst/>
              <a:gdLst/>
              <a:ahLst/>
              <a:cxnLst/>
              <a:rect l="l" t="t" r="r" b="b"/>
              <a:pathLst>
                <a:path w="37295" h="54874" extrusionOk="0">
                  <a:moveTo>
                    <a:pt x="1" y="1"/>
                  </a:moveTo>
                  <a:lnTo>
                    <a:pt x="1" y="54874"/>
                  </a:lnTo>
                  <a:lnTo>
                    <a:pt x="37294" y="54874"/>
                  </a:lnTo>
                  <a:lnTo>
                    <a:pt x="37294"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4642650" y="1225475"/>
              <a:ext cx="963225" cy="1371850"/>
            </a:xfrm>
            <a:custGeom>
              <a:avLst/>
              <a:gdLst/>
              <a:ahLst/>
              <a:cxnLst/>
              <a:rect l="l" t="t" r="r" b="b"/>
              <a:pathLst>
                <a:path w="38529" h="54874" extrusionOk="0">
                  <a:moveTo>
                    <a:pt x="1" y="1"/>
                  </a:moveTo>
                  <a:lnTo>
                    <a:pt x="1" y="54874"/>
                  </a:lnTo>
                  <a:lnTo>
                    <a:pt x="38528" y="54874"/>
                  </a:lnTo>
                  <a:lnTo>
                    <a:pt x="3852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4723550" y="1333900"/>
              <a:ext cx="802250" cy="1155025"/>
            </a:xfrm>
            <a:custGeom>
              <a:avLst/>
              <a:gdLst/>
              <a:ahLst/>
              <a:cxnLst/>
              <a:rect l="l" t="t" r="r" b="b"/>
              <a:pathLst>
                <a:path w="32090" h="46201" extrusionOk="0">
                  <a:moveTo>
                    <a:pt x="0" y="0"/>
                  </a:moveTo>
                  <a:lnTo>
                    <a:pt x="0" y="46200"/>
                  </a:lnTo>
                  <a:lnTo>
                    <a:pt x="32090" y="46200"/>
                  </a:lnTo>
                  <a:lnTo>
                    <a:pt x="320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5024600" y="1767550"/>
              <a:ext cx="200150" cy="287725"/>
            </a:xfrm>
            <a:custGeom>
              <a:avLst/>
              <a:gdLst/>
              <a:ahLst/>
              <a:cxnLst/>
              <a:rect l="l" t="t" r="r" b="b"/>
              <a:pathLst>
                <a:path w="8006" h="11509" extrusionOk="0">
                  <a:moveTo>
                    <a:pt x="0" y="0"/>
                  </a:moveTo>
                  <a:lnTo>
                    <a:pt x="0" y="3536"/>
                  </a:lnTo>
                  <a:cubicBezTo>
                    <a:pt x="0" y="7939"/>
                    <a:pt x="3569" y="11508"/>
                    <a:pt x="8006" y="11508"/>
                  </a:cubicBezTo>
                  <a:lnTo>
                    <a:pt x="8006" y="8006"/>
                  </a:lnTo>
                  <a:cubicBezTo>
                    <a:pt x="8006" y="3569"/>
                    <a:pt x="4403" y="0"/>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5024600" y="1471500"/>
              <a:ext cx="200150" cy="286900"/>
            </a:xfrm>
            <a:custGeom>
              <a:avLst/>
              <a:gdLst/>
              <a:ahLst/>
              <a:cxnLst/>
              <a:rect l="l" t="t" r="r" b="b"/>
              <a:pathLst>
                <a:path w="8006" h="11476" extrusionOk="0">
                  <a:moveTo>
                    <a:pt x="0" y="0"/>
                  </a:moveTo>
                  <a:lnTo>
                    <a:pt x="0" y="3503"/>
                  </a:lnTo>
                  <a:cubicBezTo>
                    <a:pt x="0" y="7906"/>
                    <a:pt x="3569" y="11475"/>
                    <a:pt x="8006" y="11475"/>
                  </a:cubicBezTo>
                  <a:lnTo>
                    <a:pt x="8006" y="7973"/>
                  </a:lnTo>
                  <a:cubicBezTo>
                    <a:pt x="8006" y="3570"/>
                    <a:pt x="4403" y="0"/>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5024600" y="2064425"/>
              <a:ext cx="200150" cy="287725"/>
            </a:xfrm>
            <a:custGeom>
              <a:avLst/>
              <a:gdLst/>
              <a:ahLst/>
              <a:cxnLst/>
              <a:rect l="l" t="t" r="r" b="b"/>
              <a:pathLst>
                <a:path w="8006" h="11509" extrusionOk="0">
                  <a:moveTo>
                    <a:pt x="0" y="0"/>
                  </a:moveTo>
                  <a:lnTo>
                    <a:pt x="0" y="3503"/>
                  </a:lnTo>
                  <a:cubicBezTo>
                    <a:pt x="0" y="7939"/>
                    <a:pt x="3569" y="11509"/>
                    <a:pt x="8006" y="11509"/>
                  </a:cubicBezTo>
                  <a:lnTo>
                    <a:pt x="8006" y="7973"/>
                  </a:lnTo>
                  <a:cubicBezTo>
                    <a:pt x="8006" y="3570"/>
                    <a:pt x="4403" y="0"/>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5183875" y="3211900"/>
              <a:ext cx="106775" cy="771425"/>
            </a:xfrm>
            <a:custGeom>
              <a:avLst/>
              <a:gdLst/>
              <a:ahLst/>
              <a:cxnLst/>
              <a:rect l="l" t="t" r="r" b="b"/>
              <a:pathLst>
                <a:path w="4271" h="30857" extrusionOk="0">
                  <a:moveTo>
                    <a:pt x="4270" y="1"/>
                  </a:moveTo>
                  <a:lnTo>
                    <a:pt x="1968" y="935"/>
                  </a:lnTo>
                  <a:cubicBezTo>
                    <a:pt x="267" y="5938"/>
                    <a:pt x="0" y="19682"/>
                    <a:pt x="0" y="29755"/>
                  </a:cubicBezTo>
                  <a:cubicBezTo>
                    <a:pt x="0" y="29956"/>
                    <a:pt x="267" y="30122"/>
                    <a:pt x="601" y="30122"/>
                  </a:cubicBezTo>
                  <a:cubicBezTo>
                    <a:pt x="934" y="30122"/>
                    <a:pt x="1235" y="29956"/>
                    <a:pt x="1235" y="29755"/>
                  </a:cubicBezTo>
                  <a:cubicBezTo>
                    <a:pt x="1135" y="28288"/>
                    <a:pt x="1268" y="30856"/>
                    <a:pt x="2469" y="16413"/>
                  </a:cubicBezTo>
                  <a:cubicBezTo>
                    <a:pt x="3703" y="936"/>
                    <a:pt x="4270" y="1"/>
                    <a:pt x="4270"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a:off x="4617300" y="3052625"/>
              <a:ext cx="626650" cy="422000"/>
            </a:xfrm>
            <a:custGeom>
              <a:avLst/>
              <a:gdLst/>
              <a:ahLst/>
              <a:cxnLst/>
              <a:rect l="l" t="t" r="r" b="b"/>
              <a:pathLst>
                <a:path w="25066" h="16880" extrusionOk="0">
                  <a:moveTo>
                    <a:pt x="2872" y="0"/>
                  </a:moveTo>
                  <a:cubicBezTo>
                    <a:pt x="1" y="0"/>
                    <a:pt x="8716" y="6621"/>
                    <a:pt x="14591" y="9808"/>
                  </a:cubicBezTo>
                  <a:cubicBezTo>
                    <a:pt x="19027" y="12176"/>
                    <a:pt x="23864" y="14344"/>
                    <a:pt x="25065" y="16879"/>
                  </a:cubicBezTo>
                  <a:cubicBezTo>
                    <a:pt x="24765" y="11576"/>
                    <a:pt x="24698" y="7806"/>
                    <a:pt x="21329" y="5038"/>
                  </a:cubicBezTo>
                  <a:cubicBezTo>
                    <a:pt x="17960" y="2236"/>
                    <a:pt x="10655" y="167"/>
                    <a:pt x="2916" y="1"/>
                  </a:cubicBezTo>
                  <a:cubicBezTo>
                    <a:pt x="2901" y="0"/>
                    <a:pt x="2886" y="0"/>
                    <a:pt x="2872"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6"/>
            <p:cNvSpPr/>
            <p:nvPr/>
          </p:nvSpPr>
          <p:spPr>
            <a:xfrm>
              <a:off x="4790525" y="3437075"/>
              <a:ext cx="437575" cy="294400"/>
            </a:xfrm>
            <a:custGeom>
              <a:avLst/>
              <a:gdLst/>
              <a:ahLst/>
              <a:cxnLst/>
              <a:rect l="l" t="t" r="r" b="b"/>
              <a:pathLst>
                <a:path w="17503" h="11776" extrusionOk="0">
                  <a:moveTo>
                    <a:pt x="2036" y="0"/>
                  </a:moveTo>
                  <a:cubicBezTo>
                    <a:pt x="0" y="0"/>
                    <a:pt x="6109" y="4612"/>
                    <a:pt x="10197" y="6838"/>
                  </a:cubicBezTo>
                  <a:cubicBezTo>
                    <a:pt x="13266" y="8506"/>
                    <a:pt x="16668" y="10007"/>
                    <a:pt x="17502" y="11775"/>
                  </a:cubicBezTo>
                  <a:cubicBezTo>
                    <a:pt x="17302" y="8073"/>
                    <a:pt x="17235" y="5471"/>
                    <a:pt x="14900" y="3503"/>
                  </a:cubicBezTo>
                  <a:cubicBezTo>
                    <a:pt x="12532" y="1568"/>
                    <a:pt x="7428" y="100"/>
                    <a:pt x="2058" y="0"/>
                  </a:cubicBezTo>
                  <a:cubicBezTo>
                    <a:pt x="2050" y="0"/>
                    <a:pt x="2043" y="0"/>
                    <a:pt x="2036"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6"/>
            <p:cNvSpPr/>
            <p:nvPr/>
          </p:nvSpPr>
          <p:spPr>
            <a:xfrm>
              <a:off x="5208900" y="3218575"/>
              <a:ext cx="716250" cy="468700"/>
            </a:xfrm>
            <a:custGeom>
              <a:avLst/>
              <a:gdLst/>
              <a:ahLst/>
              <a:cxnLst/>
              <a:rect l="l" t="t" r="r" b="b"/>
              <a:pathLst>
                <a:path w="28650" h="18748" extrusionOk="0">
                  <a:moveTo>
                    <a:pt x="25310" y="1"/>
                  </a:moveTo>
                  <a:cubicBezTo>
                    <a:pt x="25301" y="1"/>
                    <a:pt x="25293" y="1"/>
                    <a:pt x="25285" y="1"/>
                  </a:cubicBezTo>
                  <a:cubicBezTo>
                    <a:pt x="16645" y="101"/>
                    <a:pt x="8406" y="2369"/>
                    <a:pt x="4537" y="5471"/>
                  </a:cubicBezTo>
                  <a:cubicBezTo>
                    <a:pt x="701" y="8573"/>
                    <a:pt x="500" y="12776"/>
                    <a:pt x="0" y="18747"/>
                  </a:cubicBezTo>
                  <a:cubicBezTo>
                    <a:pt x="1401" y="15879"/>
                    <a:pt x="7239" y="12143"/>
                    <a:pt x="12876" y="9941"/>
                  </a:cubicBezTo>
                  <a:cubicBezTo>
                    <a:pt x="20995" y="6780"/>
                    <a:pt x="28650" y="1"/>
                    <a:pt x="25310"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6"/>
            <p:cNvSpPr/>
            <p:nvPr/>
          </p:nvSpPr>
          <p:spPr>
            <a:xfrm>
              <a:off x="5207225" y="2963725"/>
              <a:ext cx="472650" cy="395825"/>
            </a:xfrm>
            <a:custGeom>
              <a:avLst/>
              <a:gdLst/>
              <a:ahLst/>
              <a:cxnLst/>
              <a:rect l="l" t="t" r="r" b="b"/>
              <a:pathLst>
                <a:path w="18906" h="15833" extrusionOk="0">
                  <a:moveTo>
                    <a:pt x="17021" y="0"/>
                  </a:moveTo>
                  <a:cubicBezTo>
                    <a:pt x="16948" y="0"/>
                    <a:pt x="16867" y="7"/>
                    <a:pt x="16779" y="21"/>
                  </a:cubicBezTo>
                  <a:cubicBezTo>
                    <a:pt x="10708" y="921"/>
                    <a:pt x="5037" y="3323"/>
                    <a:pt x="2536" y="5925"/>
                  </a:cubicBezTo>
                  <a:cubicBezTo>
                    <a:pt x="0" y="8493"/>
                    <a:pt x="67" y="11529"/>
                    <a:pt x="67" y="15832"/>
                  </a:cubicBezTo>
                  <a:cubicBezTo>
                    <a:pt x="901" y="13630"/>
                    <a:pt x="4770" y="10261"/>
                    <a:pt x="8640" y="8227"/>
                  </a:cubicBezTo>
                  <a:cubicBezTo>
                    <a:pt x="15705" y="4469"/>
                    <a:pt x="18906" y="0"/>
                    <a:pt x="17021"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p:nvPr/>
          </p:nvSpPr>
          <p:spPr>
            <a:xfrm>
              <a:off x="5037925" y="3913250"/>
              <a:ext cx="394475" cy="311075"/>
            </a:xfrm>
            <a:custGeom>
              <a:avLst/>
              <a:gdLst/>
              <a:ahLst/>
              <a:cxnLst/>
              <a:rect l="l" t="t" r="r" b="b"/>
              <a:pathLst>
                <a:path w="15779" h="12443" extrusionOk="0">
                  <a:moveTo>
                    <a:pt x="1" y="0"/>
                  </a:moveTo>
                  <a:lnTo>
                    <a:pt x="601" y="11942"/>
                  </a:lnTo>
                  <a:cubicBezTo>
                    <a:pt x="601" y="12209"/>
                    <a:pt x="868" y="12442"/>
                    <a:pt x="1135" y="12442"/>
                  </a:cubicBezTo>
                  <a:lnTo>
                    <a:pt x="14611" y="12442"/>
                  </a:lnTo>
                  <a:cubicBezTo>
                    <a:pt x="14912" y="12442"/>
                    <a:pt x="15145" y="12209"/>
                    <a:pt x="15145" y="11942"/>
                  </a:cubicBezTo>
                  <a:lnTo>
                    <a:pt x="15779"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4999575" y="3861550"/>
              <a:ext cx="471200" cy="115100"/>
            </a:xfrm>
            <a:custGeom>
              <a:avLst/>
              <a:gdLst/>
              <a:ahLst/>
              <a:cxnLst/>
              <a:rect l="l" t="t" r="r" b="b"/>
              <a:pathLst>
                <a:path w="18848" h="4604" extrusionOk="0">
                  <a:moveTo>
                    <a:pt x="0" y="0"/>
                  </a:moveTo>
                  <a:lnTo>
                    <a:pt x="501" y="4603"/>
                  </a:lnTo>
                  <a:lnTo>
                    <a:pt x="18314" y="4603"/>
                  </a:lnTo>
                  <a:lnTo>
                    <a:pt x="18847"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1774775" y="4562875"/>
              <a:ext cx="4042900" cy="236025"/>
            </a:xfrm>
            <a:custGeom>
              <a:avLst/>
              <a:gdLst/>
              <a:ahLst/>
              <a:cxnLst/>
              <a:rect l="l" t="t" r="r" b="b"/>
              <a:pathLst>
                <a:path w="161716" h="9441" extrusionOk="0">
                  <a:moveTo>
                    <a:pt x="80858" y="1"/>
                  </a:moveTo>
                  <a:cubicBezTo>
                    <a:pt x="36193" y="1"/>
                    <a:pt x="0" y="2135"/>
                    <a:pt x="0" y="4737"/>
                  </a:cubicBezTo>
                  <a:cubicBezTo>
                    <a:pt x="0" y="7339"/>
                    <a:pt x="36193" y="9441"/>
                    <a:pt x="80858" y="9441"/>
                  </a:cubicBezTo>
                  <a:cubicBezTo>
                    <a:pt x="125523" y="9441"/>
                    <a:pt x="161716" y="7339"/>
                    <a:pt x="161716" y="4737"/>
                  </a:cubicBezTo>
                  <a:cubicBezTo>
                    <a:pt x="161716" y="2135"/>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5155525" y="1032850"/>
              <a:ext cx="20025" cy="60075"/>
            </a:xfrm>
            <a:custGeom>
              <a:avLst/>
              <a:gdLst/>
              <a:ahLst/>
              <a:cxnLst/>
              <a:rect l="l" t="t" r="r" b="b"/>
              <a:pathLst>
                <a:path w="801" h="2403" extrusionOk="0">
                  <a:moveTo>
                    <a:pt x="367" y="0"/>
                  </a:moveTo>
                  <a:cubicBezTo>
                    <a:pt x="367" y="768"/>
                    <a:pt x="267" y="1535"/>
                    <a:pt x="0" y="2269"/>
                  </a:cubicBezTo>
                  <a:lnTo>
                    <a:pt x="401" y="2402"/>
                  </a:lnTo>
                  <a:cubicBezTo>
                    <a:pt x="667" y="1635"/>
                    <a:pt x="801" y="801"/>
                    <a:pt x="80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5043775" y="850225"/>
              <a:ext cx="123450" cy="130100"/>
            </a:xfrm>
            <a:custGeom>
              <a:avLst/>
              <a:gdLst/>
              <a:ahLst/>
              <a:cxnLst/>
              <a:rect l="l" t="t" r="r" b="b"/>
              <a:pathLst>
                <a:path w="4938" h="5204" extrusionOk="0">
                  <a:moveTo>
                    <a:pt x="134" y="0"/>
                  </a:moveTo>
                  <a:lnTo>
                    <a:pt x="0" y="400"/>
                  </a:lnTo>
                  <a:cubicBezTo>
                    <a:pt x="2169" y="1168"/>
                    <a:pt x="3870" y="2969"/>
                    <a:pt x="4537" y="5204"/>
                  </a:cubicBezTo>
                  <a:lnTo>
                    <a:pt x="4937" y="5070"/>
                  </a:lnTo>
                  <a:cubicBezTo>
                    <a:pt x="4237" y="2702"/>
                    <a:pt x="2435" y="834"/>
                    <a:pt x="1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4786100" y="874600"/>
              <a:ext cx="352775" cy="347575"/>
            </a:xfrm>
            <a:custGeom>
              <a:avLst/>
              <a:gdLst/>
              <a:ahLst/>
              <a:cxnLst/>
              <a:rect l="l" t="t" r="r" b="b"/>
              <a:pathLst>
                <a:path w="14111" h="13903" extrusionOk="0">
                  <a:moveTo>
                    <a:pt x="7794" y="0"/>
                  </a:moveTo>
                  <a:cubicBezTo>
                    <a:pt x="6570" y="0"/>
                    <a:pt x="5313" y="362"/>
                    <a:pt x="4170" y="1160"/>
                  </a:cubicBezTo>
                  <a:cubicBezTo>
                    <a:pt x="0" y="4095"/>
                    <a:pt x="867" y="10533"/>
                    <a:pt x="5671" y="12235"/>
                  </a:cubicBezTo>
                  <a:lnTo>
                    <a:pt x="10007" y="13903"/>
                  </a:lnTo>
                  <a:lnTo>
                    <a:pt x="9207" y="12502"/>
                  </a:lnTo>
                  <a:cubicBezTo>
                    <a:pt x="12075" y="11834"/>
                    <a:pt x="14110" y="9266"/>
                    <a:pt x="14110" y="6330"/>
                  </a:cubicBezTo>
                  <a:cubicBezTo>
                    <a:pt x="14110" y="2591"/>
                    <a:pt x="11069" y="0"/>
                    <a:pt x="779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6"/>
            <p:cNvSpPr/>
            <p:nvPr/>
          </p:nvSpPr>
          <p:spPr>
            <a:xfrm>
              <a:off x="4737725" y="1017650"/>
              <a:ext cx="258550" cy="255400"/>
            </a:xfrm>
            <a:custGeom>
              <a:avLst/>
              <a:gdLst/>
              <a:ahLst/>
              <a:cxnLst/>
              <a:rect l="l" t="t" r="r" b="b"/>
              <a:pathLst>
                <a:path w="10342" h="10216" extrusionOk="0">
                  <a:moveTo>
                    <a:pt x="4647" y="1"/>
                  </a:moveTo>
                  <a:cubicBezTo>
                    <a:pt x="2251" y="1"/>
                    <a:pt x="0" y="1897"/>
                    <a:pt x="0" y="4645"/>
                  </a:cubicBezTo>
                  <a:cubicBezTo>
                    <a:pt x="0" y="6780"/>
                    <a:pt x="1501" y="8648"/>
                    <a:pt x="3636" y="9148"/>
                  </a:cubicBezTo>
                  <a:lnTo>
                    <a:pt x="3002" y="10215"/>
                  </a:lnTo>
                  <a:lnTo>
                    <a:pt x="6205" y="8981"/>
                  </a:lnTo>
                  <a:cubicBezTo>
                    <a:pt x="9707" y="7714"/>
                    <a:pt x="10341" y="3010"/>
                    <a:pt x="7272" y="842"/>
                  </a:cubicBezTo>
                  <a:cubicBezTo>
                    <a:pt x="6449" y="263"/>
                    <a:pt x="5538" y="1"/>
                    <a:pt x="46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a:off x="5134675" y="1472325"/>
              <a:ext cx="371125" cy="376975"/>
            </a:xfrm>
            <a:custGeom>
              <a:avLst/>
              <a:gdLst/>
              <a:ahLst/>
              <a:cxnLst/>
              <a:rect l="l" t="t" r="r" b="b"/>
              <a:pathLst>
                <a:path w="14845" h="15079" extrusionOk="0">
                  <a:moveTo>
                    <a:pt x="8707" y="1"/>
                  </a:moveTo>
                  <a:cubicBezTo>
                    <a:pt x="7072" y="1420"/>
                    <a:pt x="3782" y="2525"/>
                    <a:pt x="1608" y="2525"/>
                  </a:cubicBezTo>
                  <a:cubicBezTo>
                    <a:pt x="1431" y="2525"/>
                    <a:pt x="1262" y="2518"/>
                    <a:pt x="1101" y="2502"/>
                  </a:cubicBezTo>
                  <a:lnTo>
                    <a:pt x="1101" y="2502"/>
                  </a:lnTo>
                  <a:cubicBezTo>
                    <a:pt x="0" y="9507"/>
                    <a:pt x="5871" y="15078"/>
                    <a:pt x="5871" y="15078"/>
                  </a:cubicBezTo>
                  <a:cubicBezTo>
                    <a:pt x="5871" y="15078"/>
                    <a:pt x="13343" y="12009"/>
                    <a:pt x="14844" y="5104"/>
                  </a:cubicBezTo>
                  <a:cubicBezTo>
                    <a:pt x="12809" y="4504"/>
                    <a:pt x="9774" y="2069"/>
                    <a:pt x="870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6"/>
            <p:cNvSpPr/>
            <p:nvPr/>
          </p:nvSpPr>
          <p:spPr>
            <a:xfrm>
              <a:off x="5177200" y="1509850"/>
              <a:ext cx="297750" cy="307750"/>
            </a:xfrm>
            <a:custGeom>
              <a:avLst/>
              <a:gdLst/>
              <a:ahLst/>
              <a:cxnLst/>
              <a:rect l="l" t="t" r="r" b="b"/>
              <a:pathLst>
                <a:path w="11910" h="12310" extrusionOk="0">
                  <a:moveTo>
                    <a:pt x="6705" y="1"/>
                  </a:moveTo>
                  <a:cubicBezTo>
                    <a:pt x="4771" y="1168"/>
                    <a:pt x="2569" y="1869"/>
                    <a:pt x="334" y="2036"/>
                  </a:cubicBezTo>
                  <a:cubicBezTo>
                    <a:pt x="1" y="6872"/>
                    <a:pt x="3169" y="10942"/>
                    <a:pt x="4404" y="12310"/>
                  </a:cubicBezTo>
                  <a:cubicBezTo>
                    <a:pt x="6072" y="11476"/>
                    <a:pt x="10475" y="8840"/>
                    <a:pt x="11909" y="4237"/>
                  </a:cubicBezTo>
                  <a:cubicBezTo>
                    <a:pt x="9874" y="3236"/>
                    <a:pt x="8106" y="1802"/>
                    <a:pt x="67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3405925" y="842700"/>
              <a:ext cx="331100" cy="151800"/>
            </a:xfrm>
            <a:custGeom>
              <a:avLst/>
              <a:gdLst/>
              <a:ahLst/>
              <a:cxnLst/>
              <a:rect l="l" t="t" r="r" b="b"/>
              <a:pathLst>
                <a:path w="13244" h="6072" extrusionOk="0">
                  <a:moveTo>
                    <a:pt x="5705" y="1"/>
                  </a:moveTo>
                  <a:lnTo>
                    <a:pt x="1" y="6072"/>
                  </a:lnTo>
                  <a:lnTo>
                    <a:pt x="13244" y="3470"/>
                  </a:lnTo>
                  <a:lnTo>
                    <a:pt x="5705"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3380925" y="929050"/>
              <a:ext cx="427825" cy="304350"/>
            </a:xfrm>
            <a:custGeom>
              <a:avLst/>
              <a:gdLst/>
              <a:ahLst/>
              <a:cxnLst/>
              <a:rect l="l" t="t" r="r" b="b"/>
              <a:pathLst>
                <a:path w="17113" h="12174" extrusionOk="0">
                  <a:moveTo>
                    <a:pt x="14437" y="1"/>
                  </a:moveTo>
                  <a:cubicBezTo>
                    <a:pt x="14374" y="1"/>
                    <a:pt x="14309" y="6"/>
                    <a:pt x="14244" y="16"/>
                  </a:cubicBezTo>
                  <a:lnTo>
                    <a:pt x="1001" y="2618"/>
                  </a:lnTo>
                  <a:cubicBezTo>
                    <a:pt x="401" y="2718"/>
                    <a:pt x="0" y="3318"/>
                    <a:pt x="100" y="3919"/>
                  </a:cubicBezTo>
                  <a:lnTo>
                    <a:pt x="1535" y="11258"/>
                  </a:lnTo>
                  <a:cubicBezTo>
                    <a:pt x="1654" y="11796"/>
                    <a:pt x="2123" y="12173"/>
                    <a:pt x="2675" y="12173"/>
                  </a:cubicBezTo>
                  <a:cubicBezTo>
                    <a:pt x="2739" y="12173"/>
                    <a:pt x="2804" y="12168"/>
                    <a:pt x="2869" y="12158"/>
                  </a:cubicBezTo>
                  <a:lnTo>
                    <a:pt x="16112" y="9556"/>
                  </a:lnTo>
                  <a:cubicBezTo>
                    <a:pt x="16712" y="9456"/>
                    <a:pt x="17112" y="8856"/>
                    <a:pt x="17012" y="8255"/>
                  </a:cubicBezTo>
                  <a:lnTo>
                    <a:pt x="15578" y="917"/>
                  </a:lnTo>
                  <a:cubicBezTo>
                    <a:pt x="15458" y="378"/>
                    <a:pt x="14990" y="1"/>
                    <a:pt x="144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6"/>
            <p:cNvSpPr/>
            <p:nvPr/>
          </p:nvSpPr>
          <p:spPr>
            <a:xfrm>
              <a:off x="3405925" y="929450"/>
              <a:ext cx="331100" cy="151800"/>
            </a:xfrm>
            <a:custGeom>
              <a:avLst/>
              <a:gdLst/>
              <a:ahLst/>
              <a:cxnLst/>
              <a:rect l="l" t="t" r="r" b="b"/>
              <a:pathLst>
                <a:path w="13244" h="6072" extrusionOk="0">
                  <a:moveTo>
                    <a:pt x="13244" y="0"/>
                  </a:moveTo>
                  <a:lnTo>
                    <a:pt x="1" y="2602"/>
                  </a:lnTo>
                  <a:lnTo>
                    <a:pt x="7573" y="6071"/>
                  </a:lnTo>
                  <a:lnTo>
                    <a:pt x="13244" y="0"/>
                  </a:ln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p:nvPr/>
          </p:nvSpPr>
          <p:spPr>
            <a:xfrm>
              <a:off x="3409275" y="796850"/>
              <a:ext cx="296900" cy="284400"/>
            </a:xfrm>
            <a:custGeom>
              <a:avLst/>
              <a:gdLst/>
              <a:ahLst/>
              <a:cxnLst/>
              <a:rect l="l" t="t" r="r" b="b"/>
              <a:pathLst>
                <a:path w="11876" h="11376" extrusionOk="0">
                  <a:moveTo>
                    <a:pt x="9607" y="0"/>
                  </a:moveTo>
                  <a:lnTo>
                    <a:pt x="0" y="3269"/>
                  </a:lnTo>
                  <a:lnTo>
                    <a:pt x="1902" y="8840"/>
                  </a:lnTo>
                  <a:lnTo>
                    <a:pt x="7439" y="11375"/>
                  </a:lnTo>
                  <a:lnTo>
                    <a:pt x="11876" y="6638"/>
                  </a:lnTo>
                  <a:lnTo>
                    <a:pt x="9607"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6"/>
            <p:cNvSpPr/>
            <p:nvPr/>
          </p:nvSpPr>
          <p:spPr>
            <a:xfrm>
              <a:off x="3409275" y="796850"/>
              <a:ext cx="296900" cy="284400"/>
            </a:xfrm>
            <a:custGeom>
              <a:avLst/>
              <a:gdLst/>
              <a:ahLst/>
              <a:cxnLst/>
              <a:rect l="l" t="t" r="r" b="b"/>
              <a:pathLst>
                <a:path w="11876" h="11376" extrusionOk="0">
                  <a:moveTo>
                    <a:pt x="9607" y="0"/>
                  </a:moveTo>
                  <a:lnTo>
                    <a:pt x="0" y="3269"/>
                  </a:lnTo>
                  <a:lnTo>
                    <a:pt x="1902" y="8840"/>
                  </a:lnTo>
                  <a:lnTo>
                    <a:pt x="7439" y="11375"/>
                  </a:lnTo>
                  <a:lnTo>
                    <a:pt x="11876" y="6638"/>
                  </a:lnTo>
                  <a:lnTo>
                    <a:pt x="96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6"/>
            <p:cNvSpPr/>
            <p:nvPr/>
          </p:nvSpPr>
          <p:spPr>
            <a:xfrm>
              <a:off x="3149075" y="1414800"/>
              <a:ext cx="253550" cy="252700"/>
            </a:xfrm>
            <a:custGeom>
              <a:avLst/>
              <a:gdLst/>
              <a:ahLst/>
              <a:cxnLst/>
              <a:rect l="l" t="t" r="r" b="b"/>
              <a:pathLst>
                <a:path w="10142" h="10108" extrusionOk="0">
                  <a:moveTo>
                    <a:pt x="5063" y="2982"/>
                  </a:moveTo>
                  <a:cubicBezTo>
                    <a:pt x="5924" y="2982"/>
                    <a:pt x="6780" y="3500"/>
                    <a:pt x="7073" y="4470"/>
                  </a:cubicBezTo>
                  <a:cubicBezTo>
                    <a:pt x="7406" y="5604"/>
                    <a:pt x="6739" y="6738"/>
                    <a:pt x="5638" y="7072"/>
                  </a:cubicBezTo>
                  <a:cubicBezTo>
                    <a:pt x="5442" y="7127"/>
                    <a:pt x="5248" y="7153"/>
                    <a:pt x="5061" y="7153"/>
                  </a:cubicBezTo>
                  <a:cubicBezTo>
                    <a:pt x="3559" y="7153"/>
                    <a:pt x="2436" y="5493"/>
                    <a:pt x="3237" y="4070"/>
                  </a:cubicBezTo>
                  <a:cubicBezTo>
                    <a:pt x="3643" y="3332"/>
                    <a:pt x="4355" y="2982"/>
                    <a:pt x="5063" y="2982"/>
                  </a:cubicBezTo>
                  <a:close/>
                  <a:moveTo>
                    <a:pt x="4704" y="0"/>
                  </a:moveTo>
                  <a:lnTo>
                    <a:pt x="2703" y="567"/>
                  </a:lnTo>
                  <a:lnTo>
                    <a:pt x="2636" y="1334"/>
                  </a:lnTo>
                  <a:cubicBezTo>
                    <a:pt x="2403" y="1501"/>
                    <a:pt x="2169" y="1668"/>
                    <a:pt x="1969" y="1868"/>
                  </a:cubicBezTo>
                  <a:lnTo>
                    <a:pt x="1235" y="1735"/>
                  </a:lnTo>
                  <a:lnTo>
                    <a:pt x="234" y="3603"/>
                  </a:lnTo>
                  <a:lnTo>
                    <a:pt x="735" y="4136"/>
                  </a:lnTo>
                  <a:cubicBezTo>
                    <a:pt x="668" y="4437"/>
                    <a:pt x="635" y="4703"/>
                    <a:pt x="635" y="5004"/>
                  </a:cubicBezTo>
                  <a:lnTo>
                    <a:pt x="1" y="5437"/>
                  </a:lnTo>
                  <a:lnTo>
                    <a:pt x="601" y="7439"/>
                  </a:lnTo>
                  <a:lnTo>
                    <a:pt x="1335" y="7472"/>
                  </a:lnTo>
                  <a:cubicBezTo>
                    <a:pt x="1502" y="7739"/>
                    <a:pt x="1669" y="7939"/>
                    <a:pt x="1869" y="8173"/>
                  </a:cubicBezTo>
                  <a:lnTo>
                    <a:pt x="1769" y="8906"/>
                  </a:lnTo>
                  <a:lnTo>
                    <a:pt x="3604" y="9907"/>
                  </a:lnTo>
                  <a:lnTo>
                    <a:pt x="4137" y="9407"/>
                  </a:lnTo>
                  <a:cubicBezTo>
                    <a:pt x="4437" y="9473"/>
                    <a:pt x="4738" y="9507"/>
                    <a:pt x="5005" y="9507"/>
                  </a:cubicBezTo>
                  <a:lnTo>
                    <a:pt x="5438" y="10107"/>
                  </a:lnTo>
                  <a:lnTo>
                    <a:pt x="7440" y="9540"/>
                  </a:lnTo>
                  <a:lnTo>
                    <a:pt x="7473" y="8773"/>
                  </a:lnTo>
                  <a:cubicBezTo>
                    <a:pt x="7740" y="8606"/>
                    <a:pt x="7973" y="8439"/>
                    <a:pt x="8173" y="8239"/>
                  </a:cubicBezTo>
                  <a:lnTo>
                    <a:pt x="8907" y="8373"/>
                  </a:lnTo>
                  <a:lnTo>
                    <a:pt x="9908" y="6538"/>
                  </a:lnTo>
                  <a:lnTo>
                    <a:pt x="9408" y="5971"/>
                  </a:lnTo>
                  <a:cubicBezTo>
                    <a:pt x="9474" y="5704"/>
                    <a:pt x="9508" y="5404"/>
                    <a:pt x="9508" y="5137"/>
                  </a:cubicBezTo>
                  <a:lnTo>
                    <a:pt x="10142" y="4703"/>
                  </a:lnTo>
                  <a:lnTo>
                    <a:pt x="9541" y="2669"/>
                  </a:lnTo>
                  <a:lnTo>
                    <a:pt x="8807" y="2635"/>
                  </a:lnTo>
                  <a:cubicBezTo>
                    <a:pt x="8640" y="2402"/>
                    <a:pt x="8474" y="2168"/>
                    <a:pt x="8274" y="1968"/>
                  </a:cubicBezTo>
                  <a:lnTo>
                    <a:pt x="8374" y="1234"/>
                  </a:lnTo>
                  <a:lnTo>
                    <a:pt x="6539" y="200"/>
                  </a:lnTo>
                  <a:lnTo>
                    <a:pt x="5972" y="701"/>
                  </a:lnTo>
                  <a:cubicBezTo>
                    <a:pt x="5705" y="634"/>
                    <a:pt x="5405" y="600"/>
                    <a:pt x="5138" y="600"/>
                  </a:cubicBezTo>
                  <a:lnTo>
                    <a:pt x="4704"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6"/>
            <p:cNvSpPr/>
            <p:nvPr/>
          </p:nvSpPr>
          <p:spPr>
            <a:xfrm>
              <a:off x="2994800" y="1413950"/>
              <a:ext cx="155150" cy="155150"/>
            </a:xfrm>
            <a:custGeom>
              <a:avLst/>
              <a:gdLst/>
              <a:ahLst/>
              <a:cxnLst/>
              <a:rect l="l" t="t" r="r" b="b"/>
              <a:pathLst>
                <a:path w="6206" h="6206" extrusionOk="0">
                  <a:moveTo>
                    <a:pt x="3106" y="995"/>
                  </a:moveTo>
                  <a:cubicBezTo>
                    <a:pt x="3975" y="995"/>
                    <a:pt x="4842" y="1524"/>
                    <a:pt x="5138" y="2502"/>
                  </a:cubicBezTo>
                  <a:cubicBezTo>
                    <a:pt x="5438" y="3603"/>
                    <a:pt x="4804" y="4771"/>
                    <a:pt x="3704" y="5104"/>
                  </a:cubicBezTo>
                  <a:cubicBezTo>
                    <a:pt x="3504" y="5160"/>
                    <a:pt x="3307" y="5186"/>
                    <a:pt x="3118" y="5186"/>
                  </a:cubicBezTo>
                  <a:cubicBezTo>
                    <a:pt x="1599" y="5186"/>
                    <a:pt x="501" y="3522"/>
                    <a:pt x="1302" y="2069"/>
                  </a:cubicBezTo>
                  <a:cubicBezTo>
                    <a:pt x="1704" y="1339"/>
                    <a:pt x="2405" y="995"/>
                    <a:pt x="3106" y="995"/>
                  </a:cubicBezTo>
                  <a:close/>
                  <a:moveTo>
                    <a:pt x="2903" y="1"/>
                  </a:moveTo>
                  <a:lnTo>
                    <a:pt x="1635" y="334"/>
                  </a:lnTo>
                  <a:lnTo>
                    <a:pt x="1602" y="801"/>
                  </a:lnTo>
                  <a:cubicBezTo>
                    <a:pt x="1469" y="901"/>
                    <a:pt x="1335" y="1001"/>
                    <a:pt x="1202" y="1135"/>
                  </a:cubicBezTo>
                  <a:lnTo>
                    <a:pt x="735" y="1068"/>
                  </a:lnTo>
                  <a:lnTo>
                    <a:pt x="134" y="2202"/>
                  </a:lnTo>
                  <a:lnTo>
                    <a:pt x="435" y="2536"/>
                  </a:lnTo>
                  <a:cubicBezTo>
                    <a:pt x="401" y="2703"/>
                    <a:pt x="368" y="2869"/>
                    <a:pt x="368" y="3070"/>
                  </a:cubicBezTo>
                  <a:lnTo>
                    <a:pt x="1" y="3303"/>
                  </a:lnTo>
                  <a:lnTo>
                    <a:pt x="368" y="4571"/>
                  </a:lnTo>
                  <a:lnTo>
                    <a:pt x="801" y="4604"/>
                  </a:lnTo>
                  <a:cubicBezTo>
                    <a:pt x="902" y="4737"/>
                    <a:pt x="1035" y="4871"/>
                    <a:pt x="1135" y="5004"/>
                  </a:cubicBezTo>
                  <a:lnTo>
                    <a:pt x="1068" y="5471"/>
                  </a:lnTo>
                  <a:lnTo>
                    <a:pt x="2202" y="6072"/>
                  </a:lnTo>
                  <a:lnTo>
                    <a:pt x="2536" y="5771"/>
                  </a:lnTo>
                  <a:cubicBezTo>
                    <a:pt x="2703" y="5805"/>
                    <a:pt x="2870" y="5838"/>
                    <a:pt x="3070" y="5838"/>
                  </a:cubicBezTo>
                  <a:lnTo>
                    <a:pt x="3337" y="6205"/>
                  </a:lnTo>
                  <a:lnTo>
                    <a:pt x="4571" y="5838"/>
                  </a:lnTo>
                  <a:lnTo>
                    <a:pt x="4604" y="5405"/>
                  </a:lnTo>
                  <a:cubicBezTo>
                    <a:pt x="4738" y="5304"/>
                    <a:pt x="4904" y="5204"/>
                    <a:pt x="5004" y="5071"/>
                  </a:cubicBezTo>
                  <a:lnTo>
                    <a:pt x="5471" y="5138"/>
                  </a:lnTo>
                  <a:lnTo>
                    <a:pt x="6105" y="4004"/>
                  </a:lnTo>
                  <a:lnTo>
                    <a:pt x="5772" y="3670"/>
                  </a:lnTo>
                  <a:cubicBezTo>
                    <a:pt x="5805" y="3503"/>
                    <a:pt x="5838" y="3336"/>
                    <a:pt x="5838" y="3136"/>
                  </a:cubicBezTo>
                  <a:lnTo>
                    <a:pt x="6205" y="2869"/>
                  </a:lnTo>
                  <a:lnTo>
                    <a:pt x="5872" y="1635"/>
                  </a:lnTo>
                  <a:lnTo>
                    <a:pt x="5405" y="1602"/>
                  </a:lnTo>
                  <a:cubicBezTo>
                    <a:pt x="5305" y="1468"/>
                    <a:pt x="5205" y="1335"/>
                    <a:pt x="5071" y="1202"/>
                  </a:cubicBezTo>
                  <a:lnTo>
                    <a:pt x="5138" y="735"/>
                  </a:lnTo>
                  <a:lnTo>
                    <a:pt x="4037" y="134"/>
                  </a:lnTo>
                  <a:lnTo>
                    <a:pt x="3670" y="434"/>
                  </a:lnTo>
                  <a:cubicBezTo>
                    <a:pt x="3503" y="401"/>
                    <a:pt x="3337" y="368"/>
                    <a:pt x="3170" y="368"/>
                  </a:cubicBezTo>
                  <a:lnTo>
                    <a:pt x="290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a:off x="4153975" y="1241350"/>
              <a:ext cx="150575" cy="177925"/>
            </a:xfrm>
            <a:custGeom>
              <a:avLst/>
              <a:gdLst/>
              <a:ahLst/>
              <a:cxnLst/>
              <a:rect l="l" t="t" r="r" b="b"/>
              <a:pathLst>
                <a:path w="6023" h="7117" extrusionOk="0">
                  <a:moveTo>
                    <a:pt x="3311" y="0"/>
                  </a:moveTo>
                  <a:cubicBezTo>
                    <a:pt x="1852" y="0"/>
                    <a:pt x="1239" y="1108"/>
                    <a:pt x="1268" y="2602"/>
                  </a:cubicBezTo>
                  <a:cubicBezTo>
                    <a:pt x="1335" y="4303"/>
                    <a:pt x="0" y="6771"/>
                    <a:pt x="1702" y="7105"/>
                  </a:cubicBezTo>
                  <a:cubicBezTo>
                    <a:pt x="1741" y="7113"/>
                    <a:pt x="1781" y="7116"/>
                    <a:pt x="1822" y="7116"/>
                  </a:cubicBezTo>
                  <a:cubicBezTo>
                    <a:pt x="3524" y="7116"/>
                    <a:pt x="6022" y="425"/>
                    <a:pt x="3970" y="66"/>
                  </a:cubicBezTo>
                  <a:cubicBezTo>
                    <a:pt x="3734" y="22"/>
                    <a:pt x="3514" y="0"/>
                    <a:pt x="331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a:off x="3681125" y="2469700"/>
              <a:ext cx="648825" cy="1984800"/>
            </a:xfrm>
            <a:custGeom>
              <a:avLst/>
              <a:gdLst/>
              <a:ahLst/>
              <a:cxnLst/>
              <a:rect l="l" t="t" r="r" b="b"/>
              <a:pathLst>
                <a:path w="25953" h="79392" extrusionOk="0">
                  <a:moveTo>
                    <a:pt x="10075" y="1"/>
                  </a:moveTo>
                  <a:cubicBezTo>
                    <a:pt x="10075" y="1"/>
                    <a:pt x="7640" y="27187"/>
                    <a:pt x="6272" y="38762"/>
                  </a:cubicBezTo>
                  <a:cubicBezTo>
                    <a:pt x="4838" y="50771"/>
                    <a:pt x="1" y="77423"/>
                    <a:pt x="1" y="77423"/>
                  </a:cubicBezTo>
                  <a:lnTo>
                    <a:pt x="6972" y="79391"/>
                  </a:lnTo>
                  <a:cubicBezTo>
                    <a:pt x="6972" y="79391"/>
                    <a:pt x="14778" y="53272"/>
                    <a:pt x="15779" y="38328"/>
                  </a:cubicBezTo>
                  <a:cubicBezTo>
                    <a:pt x="21550" y="21783"/>
                    <a:pt x="25953" y="234"/>
                    <a:pt x="25953" y="234"/>
                  </a:cubicBezTo>
                  <a:lnTo>
                    <a:pt x="1007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a:off x="4124775" y="2774925"/>
              <a:ext cx="100100" cy="501225"/>
            </a:xfrm>
            <a:custGeom>
              <a:avLst/>
              <a:gdLst/>
              <a:ahLst/>
              <a:cxnLst/>
              <a:rect l="l" t="t" r="r" b="b"/>
              <a:pathLst>
                <a:path w="4004" h="20049" extrusionOk="0">
                  <a:moveTo>
                    <a:pt x="1035" y="1"/>
                  </a:moveTo>
                  <a:cubicBezTo>
                    <a:pt x="1035" y="1"/>
                    <a:pt x="568" y="12710"/>
                    <a:pt x="1" y="20048"/>
                  </a:cubicBezTo>
                  <a:cubicBezTo>
                    <a:pt x="1502" y="15278"/>
                    <a:pt x="2836" y="10375"/>
                    <a:pt x="4004" y="5872"/>
                  </a:cubicBezTo>
                  <a:lnTo>
                    <a:pt x="1035"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a:off x="3484325" y="4394425"/>
              <a:ext cx="365275" cy="287475"/>
            </a:xfrm>
            <a:custGeom>
              <a:avLst/>
              <a:gdLst/>
              <a:ahLst/>
              <a:cxnLst/>
              <a:rect l="l" t="t" r="r" b="b"/>
              <a:pathLst>
                <a:path w="14611" h="11499" extrusionOk="0">
                  <a:moveTo>
                    <a:pt x="8974" y="0"/>
                  </a:moveTo>
                  <a:cubicBezTo>
                    <a:pt x="8974" y="0"/>
                    <a:pt x="8106" y="4103"/>
                    <a:pt x="7439" y="5204"/>
                  </a:cubicBezTo>
                  <a:cubicBezTo>
                    <a:pt x="6095" y="5597"/>
                    <a:pt x="4623" y="6506"/>
                    <a:pt x="2041" y="6506"/>
                  </a:cubicBezTo>
                  <a:cubicBezTo>
                    <a:pt x="1995" y="6506"/>
                    <a:pt x="1949" y="6506"/>
                    <a:pt x="1902" y="6505"/>
                  </a:cubicBezTo>
                  <a:cubicBezTo>
                    <a:pt x="668" y="6505"/>
                    <a:pt x="1" y="8306"/>
                    <a:pt x="1502" y="8740"/>
                  </a:cubicBezTo>
                  <a:cubicBezTo>
                    <a:pt x="3937" y="9474"/>
                    <a:pt x="5805" y="9707"/>
                    <a:pt x="7906" y="10341"/>
                  </a:cubicBezTo>
                  <a:cubicBezTo>
                    <a:pt x="9674" y="10875"/>
                    <a:pt x="10108" y="11175"/>
                    <a:pt x="11142" y="11475"/>
                  </a:cubicBezTo>
                  <a:cubicBezTo>
                    <a:pt x="11194" y="11491"/>
                    <a:pt x="11248" y="11498"/>
                    <a:pt x="11301" y="11498"/>
                  </a:cubicBezTo>
                  <a:cubicBezTo>
                    <a:pt x="11583" y="11498"/>
                    <a:pt x="11853" y="11284"/>
                    <a:pt x="11909" y="10975"/>
                  </a:cubicBezTo>
                  <a:lnTo>
                    <a:pt x="12509" y="7606"/>
                  </a:lnTo>
                  <a:cubicBezTo>
                    <a:pt x="12943" y="5871"/>
                    <a:pt x="14611" y="2002"/>
                    <a:pt x="14611" y="2002"/>
                  </a:cubicBezTo>
                  <a:lnTo>
                    <a:pt x="8974"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6"/>
            <p:cNvSpPr/>
            <p:nvPr/>
          </p:nvSpPr>
          <p:spPr>
            <a:xfrm>
              <a:off x="3671125" y="4345400"/>
              <a:ext cx="213500" cy="133275"/>
            </a:xfrm>
            <a:custGeom>
              <a:avLst/>
              <a:gdLst/>
              <a:ahLst/>
              <a:cxnLst/>
              <a:rect l="l" t="t" r="r" b="b"/>
              <a:pathLst>
                <a:path w="8540" h="5331" extrusionOk="0">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a:off x="3671125" y="4345400"/>
              <a:ext cx="213500" cy="133275"/>
            </a:xfrm>
            <a:custGeom>
              <a:avLst/>
              <a:gdLst/>
              <a:ahLst/>
              <a:cxnLst/>
              <a:rect l="l" t="t" r="r" b="b"/>
              <a:pathLst>
                <a:path w="8540" h="5331" extrusionOk="0">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p:nvPr/>
          </p:nvSpPr>
          <p:spPr>
            <a:xfrm>
              <a:off x="4230700" y="4431950"/>
              <a:ext cx="291900" cy="248775"/>
            </a:xfrm>
            <a:custGeom>
              <a:avLst/>
              <a:gdLst/>
              <a:ahLst/>
              <a:cxnLst/>
              <a:rect l="l" t="t" r="r" b="b"/>
              <a:pathLst>
                <a:path w="11676" h="9951" extrusionOk="0">
                  <a:moveTo>
                    <a:pt x="10775" y="0"/>
                  </a:moveTo>
                  <a:lnTo>
                    <a:pt x="5171" y="134"/>
                  </a:lnTo>
                  <a:cubicBezTo>
                    <a:pt x="5171" y="134"/>
                    <a:pt x="5604" y="3870"/>
                    <a:pt x="5571" y="5204"/>
                  </a:cubicBezTo>
                  <a:cubicBezTo>
                    <a:pt x="4503" y="5971"/>
                    <a:pt x="3403" y="7005"/>
                    <a:pt x="1068" y="7706"/>
                  </a:cubicBezTo>
                  <a:cubicBezTo>
                    <a:pt x="0" y="8040"/>
                    <a:pt x="100" y="9941"/>
                    <a:pt x="1535" y="9941"/>
                  </a:cubicBezTo>
                  <a:cubicBezTo>
                    <a:pt x="1776" y="9948"/>
                    <a:pt x="2011" y="9951"/>
                    <a:pt x="2239" y="9951"/>
                  </a:cubicBezTo>
                  <a:cubicBezTo>
                    <a:pt x="4162" y="9951"/>
                    <a:pt x="5660" y="9738"/>
                    <a:pt x="7380" y="9738"/>
                  </a:cubicBezTo>
                  <a:cubicBezTo>
                    <a:pt x="7488" y="9738"/>
                    <a:pt x="7596" y="9739"/>
                    <a:pt x="7706" y="9741"/>
                  </a:cubicBezTo>
                  <a:cubicBezTo>
                    <a:pt x="9440" y="9774"/>
                    <a:pt x="9640" y="9941"/>
                    <a:pt x="10674" y="9941"/>
                  </a:cubicBezTo>
                  <a:cubicBezTo>
                    <a:pt x="11275" y="9941"/>
                    <a:pt x="11675" y="9374"/>
                    <a:pt x="11508" y="8807"/>
                  </a:cubicBezTo>
                  <a:lnTo>
                    <a:pt x="10841" y="5871"/>
                  </a:lnTo>
                  <a:cubicBezTo>
                    <a:pt x="10641" y="4103"/>
                    <a:pt x="10775" y="0"/>
                    <a:pt x="1077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6"/>
            <p:cNvSpPr/>
            <p:nvPr/>
          </p:nvSpPr>
          <p:spPr>
            <a:xfrm>
              <a:off x="4080575" y="2472200"/>
              <a:ext cx="457025" cy="1962275"/>
            </a:xfrm>
            <a:custGeom>
              <a:avLst/>
              <a:gdLst/>
              <a:ahLst/>
              <a:cxnLst/>
              <a:rect l="l" t="t" r="r" b="b"/>
              <a:pathLst>
                <a:path w="18281" h="78491" extrusionOk="0">
                  <a:moveTo>
                    <a:pt x="1" y="1"/>
                  </a:moveTo>
                  <a:cubicBezTo>
                    <a:pt x="1" y="1"/>
                    <a:pt x="3870" y="27187"/>
                    <a:pt x="5772" y="38495"/>
                  </a:cubicBezTo>
                  <a:cubicBezTo>
                    <a:pt x="7673" y="49803"/>
                    <a:pt x="10342" y="78390"/>
                    <a:pt x="10342" y="78390"/>
                  </a:cubicBezTo>
                  <a:lnTo>
                    <a:pt x="17447" y="78490"/>
                  </a:lnTo>
                  <a:cubicBezTo>
                    <a:pt x="17447" y="78490"/>
                    <a:pt x="18281" y="50504"/>
                    <a:pt x="15545" y="37228"/>
                  </a:cubicBezTo>
                  <a:cubicBezTo>
                    <a:pt x="15045" y="20115"/>
                    <a:pt x="16980" y="10275"/>
                    <a:pt x="14445" y="234"/>
                  </a:cubicBez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6"/>
            <p:cNvSpPr/>
            <p:nvPr/>
          </p:nvSpPr>
          <p:spPr>
            <a:xfrm>
              <a:off x="4320750" y="4377750"/>
              <a:ext cx="211850" cy="88500"/>
            </a:xfrm>
            <a:custGeom>
              <a:avLst/>
              <a:gdLst/>
              <a:ahLst/>
              <a:cxnLst/>
              <a:rect l="l" t="t" r="r" b="b"/>
              <a:pathLst>
                <a:path w="8474" h="3540" extrusionOk="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6"/>
            <p:cNvSpPr/>
            <p:nvPr/>
          </p:nvSpPr>
          <p:spPr>
            <a:xfrm>
              <a:off x="4320750" y="4377750"/>
              <a:ext cx="211850" cy="88500"/>
            </a:xfrm>
            <a:custGeom>
              <a:avLst/>
              <a:gdLst/>
              <a:ahLst/>
              <a:cxnLst/>
              <a:rect l="l" t="t" r="r" b="b"/>
              <a:pathLst>
                <a:path w="8474" h="3540" extrusionOk="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6"/>
            <p:cNvSpPr/>
            <p:nvPr/>
          </p:nvSpPr>
          <p:spPr>
            <a:xfrm>
              <a:off x="3596900" y="1372350"/>
              <a:ext cx="528750" cy="459450"/>
            </a:xfrm>
            <a:custGeom>
              <a:avLst/>
              <a:gdLst/>
              <a:ahLst/>
              <a:cxnLst/>
              <a:rect l="l" t="t" r="r" b="b"/>
              <a:pathLst>
                <a:path w="21150" h="18378" extrusionOk="0">
                  <a:moveTo>
                    <a:pt x="1810" y="0"/>
                  </a:moveTo>
                  <a:cubicBezTo>
                    <a:pt x="1176" y="0"/>
                    <a:pt x="547" y="384"/>
                    <a:pt x="401" y="1164"/>
                  </a:cubicBezTo>
                  <a:cubicBezTo>
                    <a:pt x="201" y="2332"/>
                    <a:pt x="101" y="3499"/>
                    <a:pt x="67" y="4667"/>
                  </a:cubicBezTo>
                  <a:cubicBezTo>
                    <a:pt x="1" y="5834"/>
                    <a:pt x="34" y="7035"/>
                    <a:pt x="134" y="8203"/>
                  </a:cubicBezTo>
                  <a:cubicBezTo>
                    <a:pt x="234" y="9404"/>
                    <a:pt x="434" y="10638"/>
                    <a:pt x="768" y="11805"/>
                  </a:cubicBezTo>
                  <a:cubicBezTo>
                    <a:pt x="1102" y="13073"/>
                    <a:pt x="1635" y="14307"/>
                    <a:pt x="2302" y="15441"/>
                  </a:cubicBezTo>
                  <a:cubicBezTo>
                    <a:pt x="2636" y="16008"/>
                    <a:pt x="3203" y="16409"/>
                    <a:pt x="3837" y="16542"/>
                  </a:cubicBezTo>
                  <a:lnTo>
                    <a:pt x="4037" y="16575"/>
                  </a:lnTo>
                  <a:cubicBezTo>
                    <a:pt x="5204" y="16842"/>
                    <a:pt x="6372" y="17076"/>
                    <a:pt x="7539" y="17242"/>
                  </a:cubicBezTo>
                  <a:cubicBezTo>
                    <a:pt x="8707" y="17443"/>
                    <a:pt x="9874" y="17643"/>
                    <a:pt x="11075" y="17776"/>
                  </a:cubicBezTo>
                  <a:cubicBezTo>
                    <a:pt x="12243" y="17943"/>
                    <a:pt x="13410" y="18076"/>
                    <a:pt x="14578" y="18176"/>
                  </a:cubicBezTo>
                  <a:cubicBezTo>
                    <a:pt x="15779" y="18277"/>
                    <a:pt x="16946" y="18343"/>
                    <a:pt x="18180" y="18377"/>
                  </a:cubicBezTo>
                  <a:cubicBezTo>
                    <a:pt x="18201" y="18377"/>
                    <a:pt x="18221" y="18377"/>
                    <a:pt x="18241" y="18377"/>
                  </a:cubicBezTo>
                  <a:cubicBezTo>
                    <a:pt x="19748" y="18377"/>
                    <a:pt x="20984" y="17155"/>
                    <a:pt x="21082" y="15641"/>
                  </a:cubicBezTo>
                  <a:cubicBezTo>
                    <a:pt x="21149" y="14107"/>
                    <a:pt x="19982" y="12773"/>
                    <a:pt x="18447" y="12606"/>
                  </a:cubicBezTo>
                  <a:lnTo>
                    <a:pt x="18414" y="12606"/>
                  </a:lnTo>
                  <a:lnTo>
                    <a:pt x="11642" y="12105"/>
                  </a:lnTo>
                  <a:cubicBezTo>
                    <a:pt x="9741" y="11939"/>
                    <a:pt x="7840" y="11772"/>
                    <a:pt x="5972" y="11572"/>
                  </a:cubicBezTo>
                  <a:cubicBezTo>
                    <a:pt x="5738" y="11138"/>
                    <a:pt x="5505" y="10704"/>
                    <a:pt x="5338" y="10271"/>
                  </a:cubicBezTo>
                  <a:cubicBezTo>
                    <a:pt x="4938" y="9337"/>
                    <a:pt x="4637" y="8403"/>
                    <a:pt x="4371" y="7469"/>
                  </a:cubicBezTo>
                  <a:cubicBezTo>
                    <a:pt x="4137" y="6501"/>
                    <a:pt x="3904" y="5467"/>
                    <a:pt x="3737" y="4433"/>
                  </a:cubicBezTo>
                  <a:cubicBezTo>
                    <a:pt x="3537" y="3399"/>
                    <a:pt x="3370" y="2365"/>
                    <a:pt x="3270" y="1331"/>
                  </a:cubicBezTo>
                  <a:lnTo>
                    <a:pt x="3270" y="1264"/>
                  </a:lnTo>
                  <a:cubicBezTo>
                    <a:pt x="3150" y="426"/>
                    <a:pt x="2477" y="0"/>
                    <a:pt x="18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6"/>
            <p:cNvSpPr/>
            <p:nvPr/>
          </p:nvSpPr>
          <p:spPr>
            <a:xfrm>
              <a:off x="3869600" y="1664125"/>
              <a:ext cx="404475" cy="235975"/>
            </a:xfrm>
            <a:custGeom>
              <a:avLst/>
              <a:gdLst/>
              <a:ahLst/>
              <a:cxnLst/>
              <a:rect l="l" t="t" r="r" b="b"/>
              <a:pathLst>
                <a:path w="16179" h="9439" extrusionOk="0">
                  <a:moveTo>
                    <a:pt x="734" y="1"/>
                  </a:moveTo>
                  <a:cubicBezTo>
                    <a:pt x="1" y="2936"/>
                    <a:pt x="67" y="6038"/>
                    <a:pt x="901" y="8974"/>
                  </a:cubicBezTo>
                  <a:cubicBezTo>
                    <a:pt x="901" y="8974"/>
                    <a:pt x="1811" y="9438"/>
                    <a:pt x="4214" y="9438"/>
                  </a:cubicBezTo>
                  <a:cubicBezTo>
                    <a:pt x="5031" y="9438"/>
                    <a:pt x="6021" y="9385"/>
                    <a:pt x="7206" y="9241"/>
                  </a:cubicBezTo>
                  <a:cubicBezTo>
                    <a:pt x="12443" y="8574"/>
                    <a:pt x="16179" y="2236"/>
                    <a:pt x="11809" y="1335"/>
                  </a:cubicBezTo>
                  <a:cubicBezTo>
                    <a:pt x="8140" y="635"/>
                    <a:pt x="4437" y="201"/>
                    <a:pt x="73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6"/>
            <p:cNvSpPr/>
            <p:nvPr/>
          </p:nvSpPr>
          <p:spPr>
            <a:xfrm>
              <a:off x="3903800" y="1696625"/>
              <a:ext cx="657150" cy="836500"/>
            </a:xfrm>
            <a:custGeom>
              <a:avLst/>
              <a:gdLst/>
              <a:ahLst/>
              <a:cxnLst/>
              <a:rect l="l" t="t" r="r" b="b"/>
              <a:pathLst>
                <a:path w="26286" h="33460" extrusionOk="0">
                  <a:moveTo>
                    <a:pt x="10476" y="0"/>
                  </a:moveTo>
                  <a:cubicBezTo>
                    <a:pt x="6202" y="0"/>
                    <a:pt x="2890" y="2135"/>
                    <a:pt x="2068" y="6340"/>
                  </a:cubicBezTo>
                  <a:cubicBezTo>
                    <a:pt x="434" y="14912"/>
                    <a:pt x="0" y="23652"/>
                    <a:pt x="734" y="32358"/>
                  </a:cubicBezTo>
                  <a:cubicBezTo>
                    <a:pt x="750" y="33108"/>
                    <a:pt x="5442" y="33460"/>
                    <a:pt x="10427" y="33460"/>
                  </a:cubicBezTo>
                  <a:cubicBezTo>
                    <a:pt x="15643" y="33460"/>
                    <a:pt x="21180" y="33075"/>
                    <a:pt x="22016" y="32358"/>
                  </a:cubicBezTo>
                  <a:cubicBezTo>
                    <a:pt x="22716" y="26821"/>
                    <a:pt x="21916" y="20917"/>
                    <a:pt x="25552" y="8541"/>
                  </a:cubicBezTo>
                  <a:cubicBezTo>
                    <a:pt x="26286" y="6006"/>
                    <a:pt x="25151" y="2203"/>
                    <a:pt x="22616" y="1570"/>
                  </a:cubicBezTo>
                  <a:cubicBezTo>
                    <a:pt x="18680" y="669"/>
                    <a:pt x="14677" y="135"/>
                    <a:pt x="10674" y="2"/>
                  </a:cubicBezTo>
                  <a:cubicBezTo>
                    <a:pt x="10608" y="1"/>
                    <a:pt x="10542" y="0"/>
                    <a:pt x="104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6"/>
            <p:cNvSpPr/>
            <p:nvPr/>
          </p:nvSpPr>
          <p:spPr>
            <a:xfrm>
              <a:off x="4156475" y="1825000"/>
              <a:ext cx="20875" cy="32700"/>
            </a:xfrm>
            <a:custGeom>
              <a:avLst/>
              <a:gdLst/>
              <a:ahLst/>
              <a:cxnLst/>
              <a:rect l="l" t="t" r="r" b="b"/>
              <a:pathLst>
                <a:path w="835" h="1308" extrusionOk="0">
                  <a:moveTo>
                    <a:pt x="529" y="1"/>
                  </a:moveTo>
                  <a:cubicBezTo>
                    <a:pt x="342" y="1"/>
                    <a:pt x="161" y="227"/>
                    <a:pt x="67" y="571"/>
                  </a:cubicBezTo>
                  <a:cubicBezTo>
                    <a:pt x="0" y="938"/>
                    <a:pt x="67" y="1271"/>
                    <a:pt x="267" y="1305"/>
                  </a:cubicBezTo>
                  <a:cubicBezTo>
                    <a:pt x="280" y="1307"/>
                    <a:pt x="293" y="1308"/>
                    <a:pt x="305" y="1308"/>
                  </a:cubicBezTo>
                  <a:cubicBezTo>
                    <a:pt x="492" y="1308"/>
                    <a:pt x="674" y="1081"/>
                    <a:pt x="768" y="738"/>
                  </a:cubicBezTo>
                  <a:cubicBezTo>
                    <a:pt x="834" y="404"/>
                    <a:pt x="768" y="37"/>
                    <a:pt x="567" y="4"/>
                  </a:cubicBezTo>
                  <a:cubicBezTo>
                    <a:pt x="555" y="2"/>
                    <a:pt x="542" y="1"/>
                    <a:pt x="5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6"/>
            <p:cNvSpPr/>
            <p:nvPr/>
          </p:nvSpPr>
          <p:spPr>
            <a:xfrm>
              <a:off x="4418325" y="1458900"/>
              <a:ext cx="603800" cy="431625"/>
            </a:xfrm>
            <a:custGeom>
              <a:avLst/>
              <a:gdLst/>
              <a:ahLst/>
              <a:cxnLst/>
              <a:rect l="l" t="t" r="r" b="b"/>
              <a:pathLst>
                <a:path w="24152" h="17265" extrusionOk="0">
                  <a:moveTo>
                    <a:pt x="22555" y="0"/>
                  </a:moveTo>
                  <a:cubicBezTo>
                    <a:pt x="21938" y="0"/>
                    <a:pt x="21326" y="352"/>
                    <a:pt x="21116" y="1105"/>
                  </a:cubicBezTo>
                  <a:lnTo>
                    <a:pt x="21082" y="1205"/>
                  </a:lnTo>
                  <a:cubicBezTo>
                    <a:pt x="20815" y="2239"/>
                    <a:pt x="20482" y="3340"/>
                    <a:pt x="20115" y="4374"/>
                  </a:cubicBezTo>
                  <a:cubicBezTo>
                    <a:pt x="19781" y="5441"/>
                    <a:pt x="19414" y="6475"/>
                    <a:pt x="18981" y="7443"/>
                  </a:cubicBezTo>
                  <a:cubicBezTo>
                    <a:pt x="18580" y="8410"/>
                    <a:pt x="18080" y="9344"/>
                    <a:pt x="17580" y="10245"/>
                  </a:cubicBezTo>
                  <a:cubicBezTo>
                    <a:pt x="17313" y="10678"/>
                    <a:pt x="17013" y="11112"/>
                    <a:pt x="16712" y="11512"/>
                  </a:cubicBezTo>
                  <a:cubicBezTo>
                    <a:pt x="14711" y="11445"/>
                    <a:pt x="12676" y="11345"/>
                    <a:pt x="10675" y="11212"/>
                  </a:cubicBezTo>
                  <a:lnTo>
                    <a:pt x="3503" y="10712"/>
                  </a:lnTo>
                  <a:lnTo>
                    <a:pt x="3470" y="10712"/>
                  </a:lnTo>
                  <a:cubicBezTo>
                    <a:pt x="3368" y="10701"/>
                    <a:pt x="3268" y="10697"/>
                    <a:pt x="3168" y="10697"/>
                  </a:cubicBezTo>
                  <a:cubicBezTo>
                    <a:pt x="1624" y="10697"/>
                    <a:pt x="291" y="11882"/>
                    <a:pt x="134" y="13480"/>
                  </a:cubicBezTo>
                  <a:cubicBezTo>
                    <a:pt x="1" y="15148"/>
                    <a:pt x="1235" y="16649"/>
                    <a:pt x="2903" y="16783"/>
                  </a:cubicBezTo>
                  <a:cubicBezTo>
                    <a:pt x="4204" y="16949"/>
                    <a:pt x="5404" y="17049"/>
                    <a:pt x="6672" y="17116"/>
                  </a:cubicBezTo>
                  <a:cubicBezTo>
                    <a:pt x="7940" y="17216"/>
                    <a:pt x="9174" y="17250"/>
                    <a:pt x="10441" y="17250"/>
                  </a:cubicBezTo>
                  <a:cubicBezTo>
                    <a:pt x="10853" y="17261"/>
                    <a:pt x="11268" y="17264"/>
                    <a:pt x="11684" y="17264"/>
                  </a:cubicBezTo>
                  <a:cubicBezTo>
                    <a:pt x="12517" y="17264"/>
                    <a:pt x="13355" y="17250"/>
                    <a:pt x="14177" y="17250"/>
                  </a:cubicBezTo>
                  <a:cubicBezTo>
                    <a:pt x="15445" y="17250"/>
                    <a:pt x="16712" y="17150"/>
                    <a:pt x="17980" y="17083"/>
                  </a:cubicBezTo>
                  <a:lnTo>
                    <a:pt x="18214" y="17083"/>
                  </a:lnTo>
                  <a:cubicBezTo>
                    <a:pt x="18881" y="17049"/>
                    <a:pt x="19514" y="16716"/>
                    <a:pt x="19948" y="16182"/>
                  </a:cubicBezTo>
                  <a:cubicBezTo>
                    <a:pt x="20849" y="15081"/>
                    <a:pt x="21583" y="13881"/>
                    <a:pt x="22116" y="12580"/>
                  </a:cubicBezTo>
                  <a:cubicBezTo>
                    <a:pt x="22617" y="11412"/>
                    <a:pt x="23017" y="10178"/>
                    <a:pt x="23317" y="8910"/>
                  </a:cubicBezTo>
                  <a:cubicBezTo>
                    <a:pt x="23617" y="7676"/>
                    <a:pt x="23851" y="6442"/>
                    <a:pt x="23984" y="5208"/>
                  </a:cubicBezTo>
                  <a:cubicBezTo>
                    <a:pt x="24118" y="3940"/>
                    <a:pt x="24151" y="2706"/>
                    <a:pt x="24118" y="1472"/>
                  </a:cubicBezTo>
                  <a:cubicBezTo>
                    <a:pt x="24063" y="520"/>
                    <a:pt x="23305" y="0"/>
                    <a:pt x="22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6"/>
            <p:cNvSpPr/>
            <p:nvPr/>
          </p:nvSpPr>
          <p:spPr>
            <a:xfrm>
              <a:off x="4273225" y="1718025"/>
              <a:ext cx="422000" cy="247600"/>
            </a:xfrm>
            <a:custGeom>
              <a:avLst/>
              <a:gdLst/>
              <a:ahLst/>
              <a:cxnLst/>
              <a:rect l="l" t="t" r="r" b="b"/>
              <a:pathLst>
                <a:path w="16880" h="9904" extrusionOk="0">
                  <a:moveTo>
                    <a:pt x="8535" y="1"/>
                  </a:moveTo>
                  <a:cubicBezTo>
                    <a:pt x="7281" y="1"/>
                    <a:pt x="6026" y="27"/>
                    <a:pt x="4770" y="80"/>
                  </a:cubicBezTo>
                  <a:cubicBezTo>
                    <a:pt x="0" y="380"/>
                    <a:pt x="3003" y="7585"/>
                    <a:pt x="8340" y="9053"/>
                  </a:cubicBezTo>
                  <a:cubicBezTo>
                    <a:pt x="10820" y="9737"/>
                    <a:pt x="12511" y="9904"/>
                    <a:pt x="13570" y="9904"/>
                  </a:cubicBezTo>
                  <a:cubicBezTo>
                    <a:pt x="14576" y="9904"/>
                    <a:pt x="15011" y="9753"/>
                    <a:pt x="15011" y="9753"/>
                  </a:cubicBezTo>
                  <a:cubicBezTo>
                    <a:pt x="16345" y="6785"/>
                    <a:pt x="16879" y="3549"/>
                    <a:pt x="16546" y="347"/>
                  </a:cubicBezTo>
                  <a:cubicBezTo>
                    <a:pt x="13887" y="119"/>
                    <a:pt x="11213" y="1"/>
                    <a:pt x="85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6"/>
            <p:cNvSpPr/>
            <p:nvPr/>
          </p:nvSpPr>
          <p:spPr>
            <a:xfrm>
              <a:off x="4922025" y="1403950"/>
              <a:ext cx="162625" cy="137625"/>
            </a:xfrm>
            <a:custGeom>
              <a:avLst/>
              <a:gdLst/>
              <a:ahLst/>
              <a:cxnLst/>
              <a:rect l="l" t="t" r="r" b="b"/>
              <a:pathLst>
                <a:path w="6505" h="5505" extrusionOk="0">
                  <a:moveTo>
                    <a:pt x="2702" y="0"/>
                  </a:moveTo>
                  <a:cubicBezTo>
                    <a:pt x="2702" y="0"/>
                    <a:pt x="0" y="2569"/>
                    <a:pt x="1068" y="4237"/>
                  </a:cubicBezTo>
                  <a:lnTo>
                    <a:pt x="3236" y="5504"/>
                  </a:lnTo>
                  <a:lnTo>
                    <a:pt x="6505" y="3069"/>
                  </a:lnTo>
                  <a:lnTo>
                    <a:pt x="27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6"/>
            <p:cNvSpPr/>
            <p:nvPr/>
          </p:nvSpPr>
          <p:spPr>
            <a:xfrm>
              <a:off x="4988725" y="1349025"/>
              <a:ext cx="135975" cy="131675"/>
            </a:xfrm>
            <a:custGeom>
              <a:avLst/>
              <a:gdLst/>
              <a:ahLst/>
              <a:cxnLst/>
              <a:rect l="l" t="t" r="r" b="b"/>
              <a:pathLst>
                <a:path w="5439" h="5267" extrusionOk="0">
                  <a:moveTo>
                    <a:pt x="2348" y="1"/>
                  </a:moveTo>
                  <a:cubicBezTo>
                    <a:pt x="1931" y="1"/>
                    <a:pt x="1525" y="200"/>
                    <a:pt x="1268" y="563"/>
                  </a:cubicBezTo>
                  <a:lnTo>
                    <a:pt x="1" y="2197"/>
                  </a:lnTo>
                  <a:lnTo>
                    <a:pt x="3804" y="5266"/>
                  </a:lnTo>
                  <a:lnTo>
                    <a:pt x="5071" y="2998"/>
                  </a:lnTo>
                  <a:cubicBezTo>
                    <a:pt x="5438" y="2297"/>
                    <a:pt x="5238" y="1430"/>
                    <a:pt x="4537" y="1030"/>
                  </a:cubicBezTo>
                  <a:lnTo>
                    <a:pt x="3036" y="196"/>
                  </a:lnTo>
                  <a:cubicBezTo>
                    <a:pt x="2820" y="64"/>
                    <a:pt x="2582" y="1"/>
                    <a:pt x="2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p:nvPr/>
          </p:nvSpPr>
          <p:spPr>
            <a:xfrm>
              <a:off x="4417575" y="1800925"/>
              <a:ext cx="698775" cy="373075"/>
            </a:xfrm>
            <a:custGeom>
              <a:avLst/>
              <a:gdLst/>
              <a:ahLst/>
              <a:cxnLst/>
              <a:rect l="l" t="t" r="r" b="b"/>
              <a:pathLst>
                <a:path w="27951" h="14923" extrusionOk="0">
                  <a:moveTo>
                    <a:pt x="4077" y="0"/>
                  </a:moveTo>
                  <a:cubicBezTo>
                    <a:pt x="1889" y="0"/>
                    <a:pt x="0" y="2741"/>
                    <a:pt x="1899" y="4870"/>
                  </a:cubicBezTo>
                  <a:cubicBezTo>
                    <a:pt x="2732" y="5770"/>
                    <a:pt x="3566" y="6571"/>
                    <a:pt x="4400" y="7405"/>
                  </a:cubicBezTo>
                  <a:cubicBezTo>
                    <a:pt x="5234" y="8239"/>
                    <a:pt x="6102" y="9039"/>
                    <a:pt x="7002" y="9840"/>
                  </a:cubicBezTo>
                  <a:cubicBezTo>
                    <a:pt x="7869" y="10607"/>
                    <a:pt x="8770" y="11374"/>
                    <a:pt x="9704" y="12141"/>
                  </a:cubicBezTo>
                  <a:cubicBezTo>
                    <a:pt x="10605" y="12875"/>
                    <a:pt x="11572" y="13609"/>
                    <a:pt x="12506" y="14343"/>
                  </a:cubicBezTo>
                  <a:lnTo>
                    <a:pt x="12706" y="14476"/>
                  </a:lnTo>
                  <a:cubicBezTo>
                    <a:pt x="13091" y="14759"/>
                    <a:pt x="13574" y="14922"/>
                    <a:pt x="14065" y="14922"/>
                  </a:cubicBezTo>
                  <a:cubicBezTo>
                    <a:pt x="14213" y="14922"/>
                    <a:pt x="14361" y="14908"/>
                    <a:pt x="14508" y="14877"/>
                  </a:cubicBezTo>
                  <a:cubicBezTo>
                    <a:pt x="15742" y="14643"/>
                    <a:pt x="16943" y="14310"/>
                    <a:pt x="18110" y="13909"/>
                  </a:cubicBezTo>
                  <a:cubicBezTo>
                    <a:pt x="19211" y="13476"/>
                    <a:pt x="20312" y="13009"/>
                    <a:pt x="21379" y="12475"/>
                  </a:cubicBezTo>
                  <a:cubicBezTo>
                    <a:pt x="22413" y="11941"/>
                    <a:pt x="23414" y="11374"/>
                    <a:pt x="24415" y="10774"/>
                  </a:cubicBezTo>
                  <a:cubicBezTo>
                    <a:pt x="25382" y="10140"/>
                    <a:pt x="26349" y="9506"/>
                    <a:pt x="27283" y="8806"/>
                  </a:cubicBezTo>
                  <a:cubicBezTo>
                    <a:pt x="27750" y="8405"/>
                    <a:pt x="27950" y="7738"/>
                    <a:pt x="27717" y="7138"/>
                  </a:cubicBezTo>
                  <a:cubicBezTo>
                    <a:pt x="27509" y="6566"/>
                    <a:pt x="26957" y="6217"/>
                    <a:pt x="26360" y="6217"/>
                  </a:cubicBezTo>
                  <a:cubicBezTo>
                    <a:pt x="26191" y="6217"/>
                    <a:pt x="26018" y="6245"/>
                    <a:pt x="25849" y="6304"/>
                  </a:cubicBezTo>
                  <a:lnTo>
                    <a:pt x="25816" y="6304"/>
                  </a:lnTo>
                  <a:cubicBezTo>
                    <a:pt x="24815" y="6671"/>
                    <a:pt x="23781" y="7071"/>
                    <a:pt x="22780" y="7438"/>
                  </a:cubicBezTo>
                  <a:cubicBezTo>
                    <a:pt x="21779" y="7772"/>
                    <a:pt x="20745" y="8139"/>
                    <a:pt x="19745" y="8439"/>
                  </a:cubicBezTo>
                  <a:cubicBezTo>
                    <a:pt x="18711" y="8772"/>
                    <a:pt x="17710" y="9039"/>
                    <a:pt x="16709" y="9273"/>
                  </a:cubicBezTo>
                  <a:cubicBezTo>
                    <a:pt x="16142" y="9406"/>
                    <a:pt x="15608" y="9506"/>
                    <a:pt x="15041" y="9606"/>
                  </a:cubicBezTo>
                  <a:cubicBezTo>
                    <a:pt x="13674" y="8305"/>
                    <a:pt x="12273" y="7004"/>
                    <a:pt x="10872" y="5637"/>
                  </a:cubicBezTo>
                  <a:lnTo>
                    <a:pt x="6068" y="867"/>
                  </a:lnTo>
                  <a:lnTo>
                    <a:pt x="6035" y="833"/>
                  </a:lnTo>
                  <a:cubicBezTo>
                    <a:pt x="5418" y="248"/>
                    <a:pt x="4734" y="0"/>
                    <a:pt x="40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4363925" y="1733250"/>
              <a:ext cx="342975" cy="346200"/>
            </a:xfrm>
            <a:custGeom>
              <a:avLst/>
              <a:gdLst/>
              <a:ahLst/>
              <a:cxnLst/>
              <a:rect l="l" t="t" r="r" b="b"/>
              <a:pathLst>
                <a:path w="13719" h="13848" extrusionOk="0">
                  <a:moveTo>
                    <a:pt x="3892" y="0"/>
                  </a:moveTo>
                  <a:cubicBezTo>
                    <a:pt x="1280" y="0"/>
                    <a:pt x="1" y="5556"/>
                    <a:pt x="2510" y="9278"/>
                  </a:cubicBezTo>
                  <a:cubicBezTo>
                    <a:pt x="5112" y="13147"/>
                    <a:pt x="6847" y="13848"/>
                    <a:pt x="6847" y="13848"/>
                  </a:cubicBezTo>
                  <a:cubicBezTo>
                    <a:pt x="9582" y="12547"/>
                    <a:pt x="11950" y="10545"/>
                    <a:pt x="13718" y="8077"/>
                  </a:cubicBezTo>
                  <a:cubicBezTo>
                    <a:pt x="11116" y="5408"/>
                    <a:pt x="8348" y="2907"/>
                    <a:pt x="5446" y="605"/>
                  </a:cubicBezTo>
                  <a:cubicBezTo>
                    <a:pt x="4893" y="187"/>
                    <a:pt x="4370" y="0"/>
                    <a:pt x="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5041275" y="1897625"/>
              <a:ext cx="145125" cy="125125"/>
            </a:xfrm>
            <a:custGeom>
              <a:avLst/>
              <a:gdLst/>
              <a:ahLst/>
              <a:cxnLst/>
              <a:rect l="l" t="t" r="r" b="b"/>
              <a:pathLst>
                <a:path w="5805" h="5005" extrusionOk="0">
                  <a:moveTo>
                    <a:pt x="3103" y="1"/>
                  </a:moveTo>
                  <a:cubicBezTo>
                    <a:pt x="3103" y="1"/>
                    <a:pt x="0" y="1669"/>
                    <a:pt x="601" y="3503"/>
                  </a:cubicBezTo>
                  <a:lnTo>
                    <a:pt x="2169" y="5004"/>
                  </a:lnTo>
                  <a:lnTo>
                    <a:pt x="5804" y="3770"/>
                  </a:lnTo>
                  <a:lnTo>
                    <a:pt x="31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a:off x="5116325" y="1862350"/>
              <a:ext cx="123450" cy="128700"/>
            </a:xfrm>
            <a:custGeom>
              <a:avLst/>
              <a:gdLst/>
              <a:ahLst/>
              <a:cxnLst/>
              <a:rect l="l" t="t" r="r" b="b"/>
              <a:pathLst>
                <a:path w="4938" h="5148" extrusionOk="0">
                  <a:moveTo>
                    <a:pt x="2341" y="1"/>
                  </a:moveTo>
                  <a:cubicBezTo>
                    <a:pt x="2063" y="1"/>
                    <a:pt x="1781" y="93"/>
                    <a:pt x="1535" y="278"/>
                  </a:cubicBezTo>
                  <a:lnTo>
                    <a:pt x="0" y="1479"/>
                  </a:lnTo>
                  <a:lnTo>
                    <a:pt x="2769" y="5148"/>
                  </a:lnTo>
                  <a:lnTo>
                    <a:pt x="4404" y="3447"/>
                  </a:lnTo>
                  <a:cubicBezTo>
                    <a:pt x="4937" y="2913"/>
                    <a:pt x="4937" y="2046"/>
                    <a:pt x="4404" y="1512"/>
                  </a:cubicBezTo>
                  <a:lnTo>
                    <a:pt x="3236" y="378"/>
                  </a:lnTo>
                  <a:cubicBezTo>
                    <a:pt x="2985" y="126"/>
                    <a:pt x="2666" y="1"/>
                    <a:pt x="2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4192325" y="1708200"/>
              <a:ext cx="210175" cy="141925"/>
            </a:xfrm>
            <a:custGeom>
              <a:avLst/>
              <a:gdLst/>
              <a:ahLst/>
              <a:cxnLst/>
              <a:rect l="l" t="t" r="r" b="b"/>
              <a:pathLst>
                <a:path w="8407" h="5677" extrusionOk="0">
                  <a:moveTo>
                    <a:pt x="7411" y="0"/>
                  </a:moveTo>
                  <a:cubicBezTo>
                    <a:pt x="7364" y="0"/>
                    <a:pt x="7339" y="6"/>
                    <a:pt x="7339" y="6"/>
                  </a:cubicBezTo>
                  <a:cubicBezTo>
                    <a:pt x="7339" y="6"/>
                    <a:pt x="4671" y="2307"/>
                    <a:pt x="1" y="3175"/>
                  </a:cubicBezTo>
                  <a:cubicBezTo>
                    <a:pt x="601" y="3875"/>
                    <a:pt x="901" y="4776"/>
                    <a:pt x="901" y="5676"/>
                  </a:cubicBezTo>
                  <a:cubicBezTo>
                    <a:pt x="4804" y="5009"/>
                    <a:pt x="8006" y="3108"/>
                    <a:pt x="8407" y="539"/>
                  </a:cubicBezTo>
                  <a:cubicBezTo>
                    <a:pt x="7925" y="58"/>
                    <a:pt x="7559" y="0"/>
                    <a:pt x="74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a:off x="4087250" y="1692950"/>
              <a:ext cx="118450" cy="132150"/>
            </a:xfrm>
            <a:custGeom>
              <a:avLst/>
              <a:gdLst/>
              <a:ahLst/>
              <a:cxnLst/>
              <a:rect l="l" t="t" r="r" b="b"/>
              <a:pathLst>
                <a:path w="4738" h="5286" extrusionOk="0">
                  <a:moveTo>
                    <a:pt x="4204" y="1"/>
                  </a:moveTo>
                  <a:cubicBezTo>
                    <a:pt x="3848" y="1"/>
                    <a:pt x="3492" y="60"/>
                    <a:pt x="3136" y="149"/>
                  </a:cubicBezTo>
                  <a:cubicBezTo>
                    <a:pt x="1935" y="749"/>
                    <a:pt x="1" y="3851"/>
                    <a:pt x="1502" y="5286"/>
                  </a:cubicBezTo>
                  <a:cubicBezTo>
                    <a:pt x="2202" y="4485"/>
                    <a:pt x="3170" y="3985"/>
                    <a:pt x="4204" y="3785"/>
                  </a:cubicBezTo>
                  <a:cubicBezTo>
                    <a:pt x="3103" y="916"/>
                    <a:pt x="4737" y="49"/>
                    <a:pt x="4737" y="49"/>
                  </a:cubicBezTo>
                  <a:cubicBezTo>
                    <a:pt x="4560" y="15"/>
                    <a:pt x="4382" y="1"/>
                    <a:pt x="42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a:off x="4143125" y="1483175"/>
              <a:ext cx="249375" cy="308650"/>
            </a:xfrm>
            <a:custGeom>
              <a:avLst/>
              <a:gdLst/>
              <a:ahLst/>
              <a:cxnLst/>
              <a:rect l="l" t="t" r="r" b="b"/>
              <a:pathLst>
                <a:path w="9975" h="12346" extrusionOk="0">
                  <a:moveTo>
                    <a:pt x="9974" y="0"/>
                  </a:moveTo>
                  <a:lnTo>
                    <a:pt x="4204" y="3870"/>
                  </a:lnTo>
                  <a:cubicBezTo>
                    <a:pt x="4471" y="5905"/>
                    <a:pt x="4337" y="8039"/>
                    <a:pt x="1835" y="8640"/>
                  </a:cubicBezTo>
                  <a:cubicBezTo>
                    <a:pt x="1235" y="8773"/>
                    <a:pt x="735" y="9174"/>
                    <a:pt x="468" y="9741"/>
                  </a:cubicBezTo>
                  <a:cubicBezTo>
                    <a:pt x="1" y="10841"/>
                    <a:pt x="134" y="12109"/>
                    <a:pt x="2603" y="12309"/>
                  </a:cubicBezTo>
                  <a:cubicBezTo>
                    <a:pt x="2869" y="12333"/>
                    <a:pt x="3136" y="12345"/>
                    <a:pt x="3402" y="12345"/>
                  </a:cubicBezTo>
                  <a:cubicBezTo>
                    <a:pt x="5331" y="12345"/>
                    <a:pt x="7220" y="11714"/>
                    <a:pt x="8774" y="10541"/>
                  </a:cubicBezTo>
                  <a:cubicBezTo>
                    <a:pt x="9274" y="10174"/>
                    <a:pt x="9474" y="9474"/>
                    <a:pt x="9241" y="8907"/>
                  </a:cubicBezTo>
                  <a:cubicBezTo>
                    <a:pt x="8273" y="6505"/>
                    <a:pt x="9241" y="2369"/>
                    <a:pt x="99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4248200" y="1523200"/>
              <a:ext cx="86750" cy="95925"/>
            </a:xfrm>
            <a:custGeom>
              <a:avLst/>
              <a:gdLst/>
              <a:ahLst/>
              <a:cxnLst/>
              <a:rect l="l" t="t" r="r" b="b"/>
              <a:pathLst>
                <a:path w="3470" h="3837" extrusionOk="0">
                  <a:moveTo>
                    <a:pt x="3403" y="0"/>
                  </a:moveTo>
                  <a:lnTo>
                    <a:pt x="1" y="2269"/>
                  </a:lnTo>
                  <a:cubicBezTo>
                    <a:pt x="67" y="2802"/>
                    <a:pt x="101" y="3303"/>
                    <a:pt x="101" y="3837"/>
                  </a:cubicBezTo>
                  <a:cubicBezTo>
                    <a:pt x="1268" y="3803"/>
                    <a:pt x="3036" y="2702"/>
                    <a:pt x="3303" y="1468"/>
                  </a:cubicBezTo>
                  <a:cubicBezTo>
                    <a:pt x="3436" y="1001"/>
                    <a:pt x="3470" y="501"/>
                    <a:pt x="3403" y="0"/>
                  </a:cubicBezTo>
                  <a:close/>
                </a:path>
              </a:pathLst>
            </a:custGeom>
            <a:solidFill>
              <a:srgbClr val="9E5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4156875" y="1227025"/>
              <a:ext cx="319850" cy="367775"/>
            </a:xfrm>
            <a:custGeom>
              <a:avLst/>
              <a:gdLst/>
              <a:ahLst/>
              <a:cxnLst/>
              <a:rect l="l" t="t" r="r" b="b"/>
              <a:pathLst>
                <a:path w="12794" h="14711" extrusionOk="0">
                  <a:moveTo>
                    <a:pt x="6881" y="1"/>
                  </a:moveTo>
                  <a:cubicBezTo>
                    <a:pt x="6600" y="1"/>
                    <a:pt x="6313" y="24"/>
                    <a:pt x="6022" y="72"/>
                  </a:cubicBezTo>
                  <a:cubicBezTo>
                    <a:pt x="2086" y="673"/>
                    <a:pt x="151" y="5977"/>
                    <a:pt x="51" y="9479"/>
                  </a:cubicBezTo>
                  <a:cubicBezTo>
                    <a:pt x="1" y="12410"/>
                    <a:pt x="2324" y="14710"/>
                    <a:pt x="4976" y="14710"/>
                  </a:cubicBezTo>
                  <a:cubicBezTo>
                    <a:pt x="5825" y="14710"/>
                    <a:pt x="6707" y="14475"/>
                    <a:pt x="7556" y="13949"/>
                  </a:cubicBezTo>
                  <a:cubicBezTo>
                    <a:pt x="9891" y="12515"/>
                    <a:pt x="10425" y="10346"/>
                    <a:pt x="11593" y="6744"/>
                  </a:cubicBezTo>
                  <a:cubicBezTo>
                    <a:pt x="12794" y="3386"/>
                    <a:pt x="10269" y="1"/>
                    <a:pt x="68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4145625" y="1271600"/>
              <a:ext cx="114275" cy="141550"/>
            </a:xfrm>
            <a:custGeom>
              <a:avLst/>
              <a:gdLst/>
              <a:ahLst/>
              <a:cxnLst/>
              <a:rect l="l" t="t" r="r" b="b"/>
              <a:pathLst>
                <a:path w="4571" h="5662" extrusionOk="0">
                  <a:moveTo>
                    <a:pt x="2836" y="224"/>
                  </a:moveTo>
                  <a:cubicBezTo>
                    <a:pt x="2970" y="224"/>
                    <a:pt x="3136" y="224"/>
                    <a:pt x="3270" y="291"/>
                  </a:cubicBezTo>
                  <a:cubicBezTo>
                    <a:pt x="3737" y="491"/>
                    <a:pt x="4104" y="925"/>
                    <a:pt x="4204" y="1458"/>
                  </a:cubicBezTo>
                  <a:cubicBezTo>
                    <a:pt x="4371" y="2125"/>
                    <a:pt x="4304" y="2793"/>
                    <a:pt x="4070" y="3460"/>
                  </a:cubicBezTo>
                  <a:cubicBezTo>
                    <a:pt x="3642" y="4658"/>
                    <a:pt x="2726" y="5466"/>
                    <a:pt x="1865" y="5466"/>
                  </a:cubicBezTo>
                  <a:cubicBezTo>
                    <a:pt x="1719" y="5466"/>
                    <a:pt x="1575" y="5443"/>
                    <a:pt x="1435" y="5394"/>
                  </a:cubicBezTo>
                  <a:cubicBezTo>
                    <a:pt x="968" y="5194"/>
                    <a:pt x="601" y="4761"/>
                    <a:pt x="501" y="4227"/>
                  </a:cubicBezTo>
                  <a:cubicBezTo>
                    <a:pt x="201" y="2859"/>
                    <a:pt x="701" y="1458"/>
                    <a:pt x="1802" y="591"/>
                  </a:cubicBezTo>
                  <a:cubicBezTo>
                    <a:pt x="2102" y="358"/>
                    <a:pt x="2436" y="224"/>
                    <a:pt x="2836" y="224"/>
                  </a:cubicBezTo>
                  <a:close/>
                  <a:moveTo>
                    <a:pt x="2769" y="0"/>
                  </a:moveTo>
                  <a:cubicBezTo>
                    <a:pt x="2384" y="0"/>
                    <a:pt x="1993" y="134"/>
                    <a:pt x="1669" y="424"/>
                  </a:cubicBezTo>
                  <a:cubicBezTo>
                    <a:pt x="534" y="1358"/>
                    <a:pt x="1" y="2826"/>
                    <a:pt x="301" y="4294"/>
                  </a:cubicBezTo>
                  <a:cubicBezTo>
                    <a:pt x="434" y="4861"/>
                    <a:pt x="835" y="5361"/>
                    <a:pt x="1368" y="5595"/>
                  </a:cubicBezTo>
                  <a:cubicBezTo>
                    <a:pt x="1535" y="5628"/>
                    <a:pt x="1702" y="5661"/>
                    <a:pt x="1869" y="5661"/>
                  </a:cubicBezTo>
                  <a:cubicBezTo>
                    <a:pt x="2836" y="5661"/>
                    <a:pt x="3837" y="4794"/>
                    <a:pt x="4270" y="3526"/>
                  </a:cubicBezTo>
                  <a:cubicBezTo>
                    <a:pt x="4537" y="2826"/>
                    <a:pt x="4571" y="2092"/>
                    <a:pt x="4404" y="1392"/>
                  </a:cubicBezTo>
                  <a:cubicBezTo>
                    <a:pt x="4271" y="526"/>
                    <a:pt x="3533" y="0"/>
                    <a:pt x="27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p:nvPr/>
          </p:nvSpPr>
          <p:spPr>
            <a:xfrm>
              <a:off x="4249875" y="1309675"/>
              <a:ext cx="116775" cy="141000"/>
            </a:xfrm>
            <a:custGeom>
              <a:avLst/>
              <a:gdLst/>
              <a:ahLst/>
              <a:cxnLst/>
              <a:rect l="l" t="t" r="r" b="b"/>
              <a:pathLst>
                <a:path w="4671" h="5640" extrusionOk="0">
                  <a:moveTo>
                    <a:pt x="2936" y="202"/>
                  </a:moveTo>
                  <a:cubicBezTo>
                    <a:pt x="3069" y="202"/>
                    <a:pt x="3236" y="236"/>
                    <a:pt x="3369" y="269"/>
                  </a:cubicBezTo>
                  <a:cubicBezTo>
                    <a:pt x="3870" y="469"/>
                    <a:pt x="4203" y="903"/>
                    <a:pt x="4303" y="1436"/>
                  </a:cubicBezTo>
                  <a:cubicBezTo>
                    <a:pt x="4470" y="2104"/>
                    <a:pt x="4437" y="2804"/>
                    <a:pt x="4203" y="3438"/>
                  </a:cubicBezTo>
                  <a:cubicBezTo>
                    <a:pt x="3775" y="4636"/>
                    <a:pt x="2859" y="5444"/>
                    <a:pt x="1998" y="5444"/>
                  </a:cubicBezTo>
                  <a:cubicBezTo>
                    <a:pt x="1852" y="5444"/>
                    <a:pt x="1708" y="5421"/>
                    <a:pt x="1568" y="5373"/>
                  </a:cubicBezTo>
                  <a:cubicBezTo>
                    <a:pt x="601" y="5039"/>
                    <a:pt x="234" y="3605"/>
                    <a:pt x="734" y="2204"/>
                  </a:cubicBezTo>
                  <a:cubicBezTo>
                    <a:pt x="934" y="1570"/>
                    <a:pt x="1335" y="1003"/>
                    <a:pt x="1868" y="569"/>
                  </a:cubicBezTo>
                  <a:cubicBezTo>
                    <a:pt x="2169" y="336"/>
                    <a:pt x="2536" y="202"/>
                    <a:pt x="2936" y="202"/>
                  </a:cubicBezTo>
                  <a:close/>
                  <a:moveTo>
                    <a:pt x="2845" y="1"/>
                  </a:moveTo>
                  <a:cubicBezTo>
                    <a:pt x="2469" y="1"/>
                    <a:pt x="2088" y="127"/>
                    <a:pt x="1768" y="402"/>
                  </a:cubicBezTo>
                  <a:cubicBezTo>
                    <a:pt x="1201" y="836"/>
                    <a:pt x="768" y="1470"/>
                    <a:pt x="534" y="2137"/>
                  </a:cubicBezTo>
                  <a:cubicBezTo>
                    <a:pt x="0" y="3638"/>
                    <a:pt x="434" y="5172"/>
                    <a:pt x="1468" y="5573"/>
                  </a:cubicBezTo>
                  <a:cubicBezTo>
                    <a:pt x="1635" y="5606"/>
                    <a:pt x="1802" y="5639"/>
                    <a:pt x="1968" y="5639"/>
                  </a:cubicBezTo>
                  <a:cubicBezTo>
                    <a:pt x="2902" y="5639"/>
                    <a:pt x="3903" y="4772"/>
                    <a:pt x="4370" y="3505"/>
                  </a:cubicBezTo>
                  <a:cubicBezTo>
                    <a:pt x="4604" y="2837"/>
                    <a:pt x="4670" y="2070"/>
                    <a:pt x="4504" y="1370"/>
                  </a:cubicBezTo>
                  <a:cubicBezTo>
                    <a:pt x="4347" y="521"/>
                    <a:pt x="3607" y="1"/>
                    <a:pt x="28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6"/>
            <p:cNvSpPr/>
            <p:nvPr/>
          </p:nvSpPr>
          <p:spPr>
            <a:xfrm>
              <a:off x="4247375" y="1355900"/>
              <a:ext cx="20875" cy="10550"/>
            </a:xfrm>
            <a:custGeom>
              <a:avLst/>
              <a:gdLst/>
              <a:ahLst/>
              <a:cxnLst/>
              <a:rect l="l" t="t" r="r" b="b"/>
              <a:pathLst>
                <a:path w="835" h="422" extrusionOk="0">
                  <a:moveTo>
                    <a:pt x="237" y="0"/>
                  </a:moveTo>
                  <a:cubicBezTo>
                    <a:pt x="180" y="0"/>
                    <a:pt x="123" y="7"/>
                    <a:pt x="67" y="21"/>
                  </a:cubicBezTo>
                  <a:cubicBezTo>
                    <a:pt x="34" y="21"/>
                    <a:pt x="0" y="88"/>
                    <a:pt x="34" y="154"/>
                  </a:cubicBezTo>
                  <a:cubicBezTo>
                    <a:pt x="34" y="188"/>
                    <a:pt x="100" y="221"/>
                    <a:pt x="134" y="221"/>
                  </a:cubicBezTo>
                  <a:cubicBezTo>
                    <a:pt x="178" y="207"/>
                    <a:pt x="222" y="200"/>
                    <a:pt x="264" y="200"/>
                  </a:cubicBezTo>
                  <a:cubicBezTo>
                    <a:pt x="417" y="200"/>
                    <a:pt x="556" y="284"/>
                    <a:pt x="634" y="388"/>
                  </a:cubicBezTo>
                  <a:cubicBezTo>
                    <a:pt x="667" y="421"/>
                    <a:pt x="701" y="421"/>
                    <a:pt x="734" y="421"/>
                  </a:cubicBezTo>
                  <a:cubicBezTo>
                    <a:pt x="734" y="421"/>
                    <a:pt x="768" y="421"/>
                    <a:pt x="801" y="388"/>
                  </a:cubicBezTo>
                  <a:cubicBezTo>
                    <a:pt x="834" y="355"/>
                    <a:pt x="834" y="288"/>
                    <a:pt x="801" y="255"/>
                  </a:cubicBezTo>
                  <a:cubicBezTo>
                    <a:pt x="669" y="96"/>
                    <a:pt x="453" y="0"/>
                    <a:pt x="2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6"/>
            <p:cNvSpPr/>
            <p:nvPr/>
          </p:nvSpPr>
          <p:spPr>
            <a:xfrm>
              <a:off x="4351875" y="1398850"/>
              <a:ext cx="80650" cy="47650"/>
            </a:xfrm>
            <a:custGeom>
              <a:avLst/>
              <a:gdLst/>
              <a:ahLst/>
              <a:cxnLst/>
              <a:rect l="l" t="t" r="r" b="b"/>
              <a:pathLst>
                <a:path w="3226" h="1906" extrusionOk="0">
                  <a:moveTo>
                    <a:pt x="128" y="1"/>
                  </a:moveTo>
                  <a:cubicBezTo>
                    <a:pt x="19" y="1"/>
                    <a:pt x="0" y="174"/>
                    <a:pt x="123" y="204"/>
                  </a:cubicBezTo>
                  <a:cubicBezTo>
                    <a:pt x="123" y="204"/>
                    <a:pt x="924" y="371"/>
                    <a:pt x="3025" y="1906"/>
                  </a:cubicBezTo>
                  <a:lnTo>
                    <a:pt x="3092" y="1906"/>
                  </a:lnTo>
                  <a:cubicBezTo>
                    <a:pt x="3126" y="1906"/>
                    <a:pt x="3159" y="1906"/>
                    <a:pt x="3192" y="1872"/>
                  </a:cubicBezTo>
                  <a:cubicBezTo>
                    <a:pt x="3226" y="1839"/>
                    <a:pt x="3192" y="1772"/>
                    <a:pt x="3159" y="1739"/>
                  </a:cubicBezTo>
                  <a:cubicBezTo>
                    <a:pt x="991" y="171"/>
                    <a:pt x="190" y="4"/>
                    <a:pt x="157" y="4"/>
                  </a:cubicBezTo>
                  <a:cubicBezTo>
                    <a:pt x="147" y="2"/>
                    <a:pt x="137" y="1"/>
                    <a:pt x="1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6"/>
            <p:cNvSpPr/>
            <p:nvPr/>
          </p:nvSpPr>
          <p:spPr>
            <a:xfrm>
              <a:off x="4196700" y="1101925"/>
              <a:ext cx="398450" cy="369600"/>
            </a:xfrm>
            <a:custGeom>
              <a:avLst/>
              <a:gdLst/>
              <a:ahLst/>
              <a:cxnLst/>
              <a:rect l="l" t="t" r="r" b="b"/>
              <a:pathLst>
                <a:path w="15938" h="14784" extrusionOk="0">
                  <a:moveTo>
                    <a:pt x="4940" y="0"/>
                  </a:moveTo>
                  <a:cubicBezTo>
                    <a:pt x="3062" y="0"/>
                    <a:pt x="393" y="1194"/>
                    <a:pt x="159" y="3809"/>
                  </a:cubicBezTo>
                  <a:cubicBezTo>
                    <a:pt x="1" y="5648"/>
                    <a:pt x="1259" y="6854"/>
                    <a:pt x="2587" y="6854"/>
                  </a:cubicBezTo>
                  <a:cubicBezTo>
                    <a:pt x="2656" y="6854"/>
                    <a:pt x="2725" y="6851"/>
                    <a:pt x="2795" y="6844"/>
                  </a:cubicBezTo>
                  <a:cubicBezTo>
                    <a:pt x="2938" y="6829"/>
                    <a:pt x="3069" y="6822"/>
                    <a:pt x="3191" y="6822"/>
                  </a:cubicBezTo>
                  <a:cubicBezTo>
                    <a:pt x="5184" y="6822"/>
                    <a:pt x="4598" y="8716"/>
                    <a:pt x="8823" y="8716"/>
                  </a:cubicBezTo>
                  <a:cubicBezTo>
                    <a:pt x="8923" y="8716"/>
                    <a:pt x="9026" y="8714"/>
                    <a:pt x="9132" y="8712"/>
                  </a:cubicBezTo>
                  <a:lnTo>
                    <a:pt x="9132" y="8712"/>
                  </a:lnTo>
                  <a:cubicBezTo>
                    <a:pt x="7932" y="10180"/>
                    <a:pt x="9399" y="10847"/>
                    <a:pt x="8432" y="11448"/>
                  </a:cubicBezTo>
                  <a:cubicBezTo>
                    <a:pt x="7565" y="12015"/>
                    <a:pt x="6197" y="13482"/>
                    <a:pt x="7598" y="14783"/>
                  </a:cubicBezTo>
                  <a:cubicBezTo>
                    <a:pt x="9099" y="14683"/>
                    <a:pt x="10533" y="14316"/>
                    <a:pt x="11934" y="13749"/>
                  </a:cubicBezTo>
                  <a:cubicBezTo>
                    <a:pt x="14069" y="12749"/>
                    <a:pt x="15937" y="9013"/>
                    <a:pt x="12568" y="8179"/>
                  </a:cubicBezTo>
                  <a:cubicBezTo>
                    <a:pt x="12835" y="4943"/>
                    <a:pt x="10700" y="6277"/>
                    <a:pt x="8999" y="4743"/>
                  </a:cubicBezTo>
                  <a:cubicBezTo>
                    <a:pt x="7798" y="3642"/>
                    <a:pt x="8232" y="2508"/>
                    <a:pt x="5963" y="2308"/>
                  </a:cubicBezTo>
                  <a:cubicBezTo>
                    <a:pt x="5063" y="2208"/>
                    <a:pt x="4663" y="1007"/>
                    <a:pt x="6664" y="640"/>
                  </a:cubicBezTo>
                  <a:cubicBezTo>
                    <a:pt x="6404" y="220"/>
                    <a:pt x="5744" y="0"/>
                    <a:pt x="494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6"/>
            <p:cNvSpPr/>
            <p:nvPr/>
          </p:nvSpPr>
          <p:spPr>
            <a:xfrm>
              <a:off x="4481700" y="1238000"/>
              <a:ext cx="85925" cy="70000"/>
            </a:xfrm>
            <a:custGeom>
              <a:avLst/>
              <a:gdLst/>
              <a:ahLst/>
              <a:cxnLst/>
              <a:rect l="l" t="t" r="r" b="b"/>
              <a:pathLst>
                <a:path w="3437" h="2800" extrusionOk="0">
                  <a:moveTo>
                    <a:pt x="2402" y="0"/>
                  </a:moveTo>
                  <a:lnTo>
                    <a:pt x="2402" y="0"/>
                  </a:lnTo>
                  <a:cubicBezTo>
                    <a:pt x="2569" y="1435"/>
                    <a:pt x="1435" y="2669"/>
                    <a:pt x="1" y="2669"/>
                  </a:cubicBezTo>
                  <a:cubicBezTo>
                    <a:pt x="388" y="2755"/>
                    <a:pt x="757" y="2799"/>
                    <a:pt x="1093" y="2799"/>
                  </a:cubicBezTo>
                  <a:cubicBezTo>
                    <a:pt x="2583" y="2799"/>
                    <a:pt x="3437" y="1933"/>
                    <a:pt x="24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6"/>
            <p:cNvSpPr/>
            <p:nvPr/>
          </p:nvSpPr>
          <p:spPr>
            <a:xfrm>
              <a:off x="4364375" y="1427350"/>
              <a:ext cx="114025" cy="93400"/>
            </a:xfrm>
            <a:custGeom>
              <a:avLst/>
              <a:gdLst/>
              <a:ahLst/>
              <a:cxnLst/>
              <a:rect l="l" t="t" r="r" b="b"/>
              <a:pathLst>
                <a:path w="4561" h="3736" extrusionOk="0">
                  <a:moveTo>
                    <a:pt x="3120" y="1"/>
                  </a:moveTo>
                  <a:cubicBezTo>
                    <a:pt x="2229" y="1"/>
                    <a:pt x="1198" y="900"/>
                    <a:pt x="691" y="1633"/>
                  </a:cubicBezTo>
                  <a:cubicBezTo>
                    <a:pt x="0" y="2619"/>
                    <a:pt x="120" y="3735"/>
                    <a:pt x="1241" y="3735"/>
                  </a:cubicBezTo>
                  <a:cubicBezTo>
                    <a:pt x="1258" y="3735"/>
                    <a:pt x="1274" y="3735"/>
                    <a:pt x="1291" y="3734"/>
                  </a:cubicBezTo>
                  <a:cubicBezTo>
                    <a:pt x="2192" y="3668"/>
                    <a:pt x="3026" y="3267"/>
                    <a:pt x="3693" y="2634"/>
                  </a:cubicBezTo>
                  <a:cubicBezTo>
                    <a:pt x="4494" y="1800"/>
                    <a:pt x="4560" y="532"/>
                    <a:pt x="3593" y="98"/>
                  </a:cubicBezTo>
                  <a:cubicBezTo>
                    <a:pt x="3443" y="31"/>
                    <a:pt x="3284" y="1"/>
                    <a:pt x="31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6"/>
            <p:cNvSpPr/>
            <p:nvPr/>
          </p:nvSpPr>
          <p:spPr>
            <a:xfrm>
              <a:off x="4399150" y="1453100"/>
              <a:ext cx="70900" cy="63500"/>
            </a:xfrm>
            <a:custGeom>
              <a:avLst/>
              <a:gdLst/>
              <a:ahLst/>
              <a:cxnLst/>
              <a:rect l="l" t="t" r="r" b="b"/>
              <a:pathLst>
                <a:path w="2836" h="2540" extrusionOk="0">
                  <a:moveTo>
                    <a:pt x="1738" y="0"/>
                  </a:moveTo>
                  <a:cubicBezTo>
                    <a:pt x="1375" y="0"/>
                    <a:pt x="965" y="172"/>
                    <a:pt x="634" y="503"/>
                  </a:cubicBezTo>
                  <a:cubicBezTo>
                    <a:pt x="100" y="1037"/>
                    <a:pt x="0" y="1837"/>
                    <a:pt x="401" y="2271"/>
                  </a:cubicBezTo>
                  <a:cubicBezTo>
                    <a:pt x="582" y="2452"/>
                    <a:pt x="826" y="2540"/>
                    <a:pt x="1089" y="2540"/>
                  </a:cubicBezTo>
                  <a:cubicBezTo>
                    <a:pt x="1456" y="2540"/>
                    <a:pt x="1857" y="2368"/>
                    <a:pt x="2169" y="2037"/>
                  </a:cubicBezTo>
                  <a:cubicBezTo>
                    <a:pt x="2736" y="1504"/>
                    <a:pt x="2836" y="703"/>
                    <a:pt x="2402" y="269"/>
                  </a:cubicBezTo>
                  <a:cubicBezTo>
                    <a:pt x="2235" y="88"/>
                    <a:pt x="1998" y="0"/>
                    <a:pt x="173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4229025" y="1504100"/>
              <a:ext cx="45175" cy="35600"/>
            </a:xfrm>
            <a:custGeom>
              <a:avLst/>
              <a:gdLst/>
              <a:ahLst/>
              <a:cxnLst/>
              <a:rect l="l" t="t" r="r" b="b"/>
              <a:pathLst>
                <a:path w="1807" h="1424" extrusionOk="0">
                  <a:moveTo>
                    <a:pt x="937" y="1"/>
                  </a:moveTo>
                  <a:cubicBezTo>
                    <a:pt x="871" y="1"/>
                    <a:pt x="803" y="10"/>
                    <a:pt x="734" y="31"/>
                  </a:cubicBezTo>
                  <a:cubicBezTo>
                    <a:pt x="134" y="197"/>
                    <a:pt x="0" y="965"/>
                    <a:pt x="501" y="1332"/>
                  </a:cubicBezTo>
                  <a:cubicBezTo>
                    <a:pt x="625" y="1393"/>
                    <a:pt x="758" y="1423"/>
                    <a:pt x="889" y="1423"/>
                  </a:cubicBezTo>
                  <a:cubicBezTo>
                    <a:pt x="1182" y="1423"/>
                    <a:pt x="1463" y="1274"/>
                    <a:pt x="1602" y="998"/>
                  </a:cubicBezTo>
                  <a:cubicBezTo>
                    <a:pt x="1807" y="499"/>
                    <a:pt x="1419" y="1"/>
                    <a:pt x="9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4245375" y="1489425"/>
              <a:ext cx="182150" cy="42150"/>
            </a:xfrm>
            <a:custGeom>
              <a:avLst/>
              <a:gdLst/>
              <a:ahLst/>
              <a:cxnLst/>
              <a:rect l="l" t="t" r="r" b="b"/>
              <a:pathLst>
                <a:path w="7286" h="1686" extrusionOk="0">
                  <a:moveTo>
                    <a:pt x="7052" y="0"/>
                  </a:moveTo>
                  <a:cubicBezTo>
                    <a:pt x="7002" y="0"/>
                    <a:pt x="6952" y="17"/>
                    <a:pt x="6919" y="51"/>
                  </a:cubicBezTo>
                  <a:cubicBezTo>
                    <a:pt x="6068" y="854"/>
                    <a:pt x="4146" y="1256"/>
                    <a:pt x="2374" y="1256"/>
                  </a:cubicBezTo>
                  <a:cubicBezTo>
                    <a:pt x="1645" y="1256"/>
                    <a:pt x="941" y="1187"/>
                    <a:pt x="347" y="1051"/>
                  </a:cubicBezTo>
                  <a:cubicBezTo>
                    <a:pt x="327" y="1046"/>
                    <a:pt x="307" y="1044"/>
                    <a:pt x="289" y="1044"/>
                  </a:cubicBezTo>
                  <a:cubicBezTo>
                    <a:pt x="67" y="1044"/>
                    <a:pt x="1" y="1390"/>
                    <a:pt x="247" y="1452"/>
                  </a:cubicBezTo>
                  <a:cubicBezTo>
                    <a:pt x="948" y="1618"/>
                    <a:pt x="1681" y="1685"/>
                    <a:pt x="2382" y="1685"/>
                  </a:cubicBezTo>
                  <a:cubicBezTo>
                    <a:pt x="4250" y="1685"/>
                    <a:pt x="6285" y="1251"/>
                    <a:pt x="7185" y="351"/>
                  </a:cubicBezTo>
                  <a:cubicBezTo>
                    <a:pt x="7285" y="251"/>
                    <a:pt x="7285" y="117"/>
                    <a:pt x="7185" y="51"/>
                  </a:cubicBezTo>
                  <a:cubicBezTo>
                    <a:pt x="7152" y="17"/>
                    <a:pt x="7102" y="0"/>
                    <a:pt x="70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4283225" y="1368600"/>
              <a:ext cx="21700" cy="27150"/>
            </a:xfrm>
            <a:custGeom>
              <a:avLst/>
              <a:gdLst/>
              <a:ahLst/>
              <a:cxnLst/>
              <a:rect l="l" t="t" r="r" b="b"/>
              <a:pathLst>
                <a:path w="868" h="1086" extrusionOk="0">
                  <a:moveTo>
                    <a:pt x="554" y="0"/>
                  </a:moveTo>
                  <a:cubicBezTo>
                    <a:pt x="375" y="0"/>
                    <a:pt x="188" y="182"/>
                    <a:pt x="101" y="414"/>
                  </a:cubicBezTo>
                  <a:cubicBezTo>
                    <a:pt x="1" y="714"/>
                    <a:pt x="67" y="1014"/>
                    <a:pt x="268" y="1081"/>
                  </a:cubicBezTo>
                  <a:cubicBezTo>
                    <a:pt x="284" y="1084"/>
                    <a:pt x="302" y="1085"/>
                    <a:pt x="319" y="1085"/>
                  </a:cubicBezTo>
                  <a:cubicBezTo>
                    <a:pt x="506" y="1085"/>
                    <a:pt x="710" y="922"/>
                    <a:pt x="801" y="647"/>
                  </a:cubicBezTo>
                  <a:cubicBezTo>
                    <a:pt x="868" y="347"/>
                    <a:pt x="801" y="80"/>
                    <a:pt x="634" y="13"/>
                  </a:cubicBezTo>
                  <a:cubicBezTo>
                    <a:pt x="608" y="5"/>
                    <a:pt x="581" y="0"/>
                    <a:pt x="55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4193175" y="1337125"/>
              <a:ext cx="22525" cy="27150"/>
            </a:xfrm>
            <a:custGeom>
              <a:avLst/>
              <a:gdLst/>
              <a:ahLst/>
              <a:cxnLst/>
              <a:rect l="l" t="t" r="r" b="b"/>
              <a:pathLst>
                <a:path w="901" h="1086" extrusionOk="0">
                  <a:moveTo>
                    <a:pt x="590" y="1"/>
                  </a:moveTo>
                  <a:cubicBezTo>
                    <a:pt x="423" y="1"/>
                    <a:pt x="192" y="164"/>
                    <a:pt x="100" y="438"/>
                  </a:cubicBezTo>
                  <a:cubicBezTo>
                    <a:pt x="0" y="739"/>
                    <a:pt x="100" y="1006"/>
                    <a:pt x="267" y="1072"/>
                  </a:cubicBezTo>
                  <a:cubicBezTo>
                    <a:pt x="293" y="1081"/>
                    <a:pt x="320" y="1085"/>
                    <a:pt x="347" y="1085"/>
                  </a:cubicBezTo>
                  <a:cubicBezTo>
                    <a:pt x="526" y="1085"/>
                    <a:pt x="714" y="904"/>
                    <a:pt x="801" y="672"/>
                  </a:cubicBezTo>
                  <a:cubicBezTo>
                    <a:pt x="901" y="372"/>
                    <a:pt x="834" y="72"/>
                    <a:pt x="634" y="5"/>
                  </a:cubicBezTo>
                  <a:cubicBezTo>
                    <a:pt x="620" y="2"/>
                    <a:pt x="605" y="1"/>
                    <a:pt x="59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4180650" y="1378100"/>
              <a:ext cx="65075" cy="62575"/>
            </a:xfrm>
            <a:custGeom>
              <a:avLst/>
              <a:gdLst/>
              <a:ahLst/>
              <a:cxnLst/>
              <a:rect l="l" t="t" r="r" b="b"/>
              <a:pathLst>
                <a:path w="2603" h="2503" extrusionOk="0">
                  <a:moveTo>
                    <a:pt x="2603" y="0"/>
                  </a:moveTo>
                  <a:lnTo>
                    <a:pt x="2603" y="0"/>
                  </a:lnTo>
                  <a:cubicBezTo>
                    <a:pt x="1702" y="467"/>
                    <a:pt x="835" y="968"/>
                    <a:pt x="1" y="1535"/>
                  </a:cubicBezTo>
                  <a:cubicBezTo>
                    <a:pt x="201" y="2235"/>
                    <a:pt x="1302" y="2502"/>
                    <a:pt x="1302" y="2502"/>
                  </a:cubicBezTo>
                  <a:lnTo>
                    <a:pt x="2603" y="0"/>
                  </a:lnTo>
                  <a:close/>
                </a:path>
              </a:pathLst>
            </a:custGeom>
            <a:solidFill>
              <a:srgbClr val="FF56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a:off x="4213175" y="1464275"/>
              <a:ext cx="61750" cy="11725"/>
            </a:xfrm>
            <a:custGeom>
              <a:avLst/>
              <a:gdLst/>
              <a:ahLst/>
              <a:cxnLst/>
              <a:rect l="l" t="t" r="r" b="b"/>
              <a:pathLst>
                <a:path w="2470" h="469" extrusionOk="0">
                  <a:moveTo>
                    <a:pt x="2390" y="1"/>
                  </a:moveTo>
                  <a:cubicBezTo>
                    <a:pt x="2369" y="1"/>
                    <a:pt x="2350" y="9"/>
                    <a:pt x="2336" y="22"/>
                  </a:cubicBezTo>
                  <a:cubicBezTo>
                    <a:pt x="1977" y="210"/>
                    <a:pt x="1592" y="302"/>
                    <a:pt x="1208" y="302"/>
                  </a:cubicBezTo>
                  <a:cubicBezTo>
                    <a:pt x="842" y="302"/>
                    <a:pt x="476" y="219"/>
                    <a:pt x="134" y="56"/>
                  </a:cubicBezTo>
                  <a:cubicBezTo>
                    <a:pt x="124" y="46"/>
                    <a:pt x="112" y="42"/>
                    <a:pt x="98" y="42"/>
                  </a:cubicBezTo>
                  <a:cubicBezTo>
                    <a:pt x="65" y="42"/>
                    <a:pt x="24" y="66"/>
                    <a:pt x="1" y="89"/>
                  </a:cubicBezTo>
                  <a:cubicBezTo>
                    <a:pt x="1" y="123"/>
                    <a:pt x="1" y="189"/>
                    <a:pt x="34" y="223"/>
                  </a:cubicBezTo>
                  <a:cubicBezTo>
                    <a:pt x="167" y="256"/>
                    <a:pt x="301" y="323"/>
                    <a:pt x="434" y="356"/>
                  </a:cubicBezTo>
                  <a:cubicBezTo>
                    <a:pt x="672" y="431"/>
                    <a:pt x="924" y="469"/>
                    <a:pt x="1179" y="469"/>
                  </a:cubicBezTo>
                  <a:cubicBezTo>
                    <a:pt x="1604" y="469"/>
                    <a:pt x="2040" y="364"/>
                    <a:pt x="2436" y="156"/>
                  </a:cubicBezTo>
                  <a:cubicBezTo>
                    <a:pt x="2469" y="156"/>
                    <a:pt x="2469" y="89"/>
                    <a:pt x="2469" y="56"/>
                  </a:cubicBezTo>
                  <a:cubicBezTo>
                    <a:pt x="2450" y="17"/>
                    <a:pt x="2419" y="1"/>
                    <a:pt x="239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4316575" y="1337025"/>
              <a:ext cx="35900" cy="35050"/>
            </a:xfrm>
            <a:custGeom>
              <a:avLst/>
              <a:gdLst/>
              <a:ahLst/>
              <a:cxnLst/>
              <a:rect l="l" t="t" r="r" b="b"/>
              <a:pathLst>
                <a:path w="1436" h="1402" extrusionOk="0">
                  <a:moveTo>
                    <a:pt x="215" y="0"/>
                  </a:moveTo>
                  <a:cubicBezTo>
                    <a:pt x="134" y="0"/>
                    <a:pt x="62" y="60"/>
                    <a:pt x="34" y="142"/>
                  </a:cubicBezTo>
                  <a:cubicBezTo>
                    <a:pt x="1" y="242"/>
                    <a:pt x="68" y="342"/>
                    <a:pt x="168" y="342"/>
                  </a:cubicBezTo>
                  <a:cubicBezTo>
                    <a:pt x="601" y="509"/>
                    <a:pt x="935" y="843"/>
                    <a:pt x="1068" y="1276"/>
                  </a:cubicBezTo>
                  <a:cubicBezTo>
                    <a:pt x="1102" y="1343"/>
                    <a:pt x="1135" y="1376"/>
                    <a:pt x="1202" y="1376"/>
                  </a:cubicBezTo>
                  <a:cubicBezTo>
                    <a:pt x="1219" y="1393"/>
                    <a:pt x="1235" y="1401"/>
                    <a:pt x="1252" y="1401"/>
                  </a:cubicBezTo>
                  <a:cubicBezTo>
                    <a:pt x="1269" y="1401"/>
                    <a:pt x="1285" y="1393"/>
                    <a:pt x="1302" y="1376"/>
                  </a:cubicBezTo>
                  <a:cubicBezTo>
                    <a:pt x="1402" y="1343"/>
                    <a:pt x="1435" y="1243"/>
                    <a:pt x="1402" y="1176"/>
                  </a:cubicBezTo>
                  <a:cubicBezTo>
                    <a:pt x="1235" y="609"/>
                    <a:pt x="802" y="176"/>
                    <a:pt x="268" y="9"/>
                  </a:cubicBezTo>
                  <a:cubicBezTo>
                    <a:pt x="250" y="3"/>
                    <a:pt x="232" y="0"/>
                    <a:pt x="21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4193175" y="1299350"/>
              <a:ext cx="47550" cy="14350"/>
            </a:xfrm>
            <a:custGeom>
              <a:avLst/>
              <a:gdLst/>
              <a:ahLst/>
              <a:cxnLst/>
              <a:rect l="l" t="t" r="r" b="b"/>
              <a:pathLst>
                <a:path w="1902" h="574" extrusionOk="0">
                  <a:moveTo>
                    <a:pt x="1009" y="1"/>
                  </a:moveTo>
                  <a:cubicBezTo>
                    <a:pt x="701" y="1"/>
                    <a:pt x="391" y="85"/>
                    <a:pt x="100" y="248"/>
                  </a:cubicBezTo>
                  <a:cubicBezTo>
                    <a:pt x="0" y="315"/>
                    <a:pt x="0" y="482"/>
                    <a:pt x="100" y="548"/>
                  </a:cubicBezTo>
                  <a:lnTo>
                    <a:pt x="134" y="548"/>
                  </a:lnTo>
                  <a:cubicBezTo>
                    <a:pt x="150" y="565"/>
                    <a:pt x="175" y="573"/>
                    <a:pt x="204" y="573"/>
                  </a:cubicBezTo>
                  <a:cubicBezTo>
                    <a:pt x="234" y="573"/>
                    <a:pt x="267" y="565"/>
                    <a:pt x="300" y="548"/>
                  </a:cubicBezTo>
                  <a:cubicBezTo>
                    <a:pt x="523" y="418"/>
                    <a:pt x="767" y="350"/>
                    <a:pt x="1015" y="350"/>
                  </a:cubicBezTo>
                  <a:cubicBezTo>
                    <a:pt x="1211" y="350"/>
                    <a:pt x="1409" y="393"/>
                    <a:pt x="1601" y="482"/>
                  </a:cubicBezTo>
                  <a:cubicBezTo>
                    <a:pt x="1628" y="491"/>
                    <a:pt x="1655" y="495"/>
                    <a:pt x="1680" y="495"/>
                  </a:cubicBezTo>
                  <a:cubicBezTo>
                    <a:pt x="1750" y="495"/>
                    <a:pt x="1810" y="464"/>
                    <a:pt x="1835" y="415"/>
                  </a:cubicBezTo>
                  <a:cubicBezTo>
                    <a:pt x="1901" y="315"/>
                    <a:pt x="1868" y="215"/>
                    <a:pt x="1768" y="182"/>
                  </a:cubicBezTo>
                  <a:cubicBezTo>
                    <a:pt x="1525" y="60"/>
                    <a:pt x="1267" y="1"/>
                    <a:pt x="10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3551875" y="1309725"/>
              <a:ext cx="153475" cy="127600"/>
            </a:xfrm>
            <a:custGeom>
              <a:avLst/>
              <a:gdLst/>
              <a:ahLst/>
              <a:cxnLst/>
              <a:rect l="l" t="t" r="r" b="b"/>
              <a:pathLst>
                <a:path w="6139" h="5104" extrusionOk="0">
                  <a:moveTo>
                    <a:pt x="3803" y="0"/>
                  </a:moveTo>
                  <a:lnTo>
                    <a:pt x="0" y="2602"/>
                  </a:lnTo>
                  <a:lnTo>
                    <a:pt x="2903" y="5104"/>
                  </a:lnTo>
                  <a:lnTo>
                    <a:pt x="5004" y="4103"/>
                  </a:lnTo>
                  <a:cubicBezTo>
                    <a:pt x="6138" y="2602"/>
                    <a:pt x="3803" y="0"/>
                    <a:pt x="38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3519576" y="1253626"/>
              <a:ext cx="128450" cy="121375"/>
            </a:xfrm>
            <a:custGeom>
              <a:avLst/>
              <a:gdLst/>
              <a:ahLst/>
              <a:cxnLst/>
              <a:rect l="l" t="t" r="r" b="b"/>
              <a:pathLst>
                <a:path w="5138" h="4855" extrusionOk="0">
                  <a:moveTo>
                    <a:pt x="3014" y="1"/>
                  </a:moveTo>
                  <a:cubicBezTo>
                    <a:pt x="2832" y="1"/>
                    <a:pt x="2646" y="39"/>
                    <a:pt x="2469" y="118"/>
                  </a:cubicBezTo>
                  <a:lnTo>
                    <a:pt x="1001" y="785"/>
                  </a:lnTo>
                  <a:cubicBezTo>
                    <a:pt x="300" y="1119"/>
                    <a:pt x="0" y="1919"/>
                    <a:pt x="334" y="2620"/>
                  </a:cubicBezTo>
                  <a:lnTo>
                    <a:pt x="1334" y="4855"/>
                  </a:lnTo>
                  <a:lnTo>
                    <a:pt x="5137" y="2253"/>
                  </a:lnTo>
                  <a:lnTo>
                    <a:pt x="4103" y="618"/>
                  </a:lnTo>
                  <a:cubicBezTo>
                    <a:pt x="3868" y="218"/>
                    <a:pt x="3450" y="1"/>
                    <a:pt x="30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3321900" y="1807950"/>
              <a:ext cx="742025" cy="252325"/>
            </a:xfrm>
            <a:custGeom>
              <a:avLst/>
              <a:gdLst/>
              <a:ahLst/>
              <a:cxnLst/>
              <a:rect l="l" t="t" r="r" b="b"/>
              <a:pathLst>
                <a:path w="29681" h="10093" extrusionOk="0">
                  <a:moveTo>
                    <a:pt x="1925" y="1"/>
                  </a:moveTo>
                  <a:cubicBezTo>
                    <a:pt x="770" y="1"/>
                    <a:pt x="0" y="1517"/>
                    <a:pt x="994" y="2454"/>
                  </a:cubicBezTo>
                  <a:cubicBezTo>
                    <a:pt x="1894" y="3254"/>
                    <a:pt x="2795" y="3988"/>
                    <a:pt x="3762" y="4689"/>
                  </a:cubicBezTo>
                  <a:cubicBezTo>
                    <a:pt x="4696" y="5389"/>
                    <a:pt x="5664" y="6056"/>
                    <a:pt x="6664" y="6723"/>
                  </a:cubicBezTo>
                  <a:cubicBezTo>
                    <a:pt x="7665" y="7357"/>
                    <a:pt x="8699" y="7958"/>
                    <a:pt x="9800" y="8525"/>
                  </a:cubicBezTo>
                  <a:cubicBezTo>
                    <a:pt x="10901" y="9125"/>
                    <a:pt x="12102" y="9592"/>
                    <a:pt x="13302" y="9992"/>
                  </a:cubicBezTo>
                  <a:cubicBezTo>
                    <a:pt x="13569" y="10059"/>
                    <a:pt x="13803" y="10093"/>
                    <a:pt x="14070" y="10093"/>
                  </a:cubicBezTo>
                  <a:lnTo>
                    <a:pt x="14236" y="10093"/>
                  </a:lnTo>
                  <a:cubicBezTo>
                    <a:pt x="15437" y="9992"/>
                    <a:pt x="16605" y="9826"/>
                    <a:pt x="17772" y="9626"/>
                  </a:cubicBezTo>
                  <a:cubicBezTo>
                    <a:pt x="18373" y="9525"/>
                    <a:pt x="18940" y="9392"/>
                    <a:pt x="19507" y="9259"/>
                  </a:cubicBezTo>
                  <a:cubicBezTo>
                    <a:pt x="20107" y="9125"/>
                    <a:pt x="20674" y="8958"/>
                    <a:pt x="21208" y="8792"/>
                  </a:cubicBezTo>
                  <a:cubicBezTo>
                    <a:pt x="22342" y="8491"/>
                    <a:pt x="23443" y="8091"/>
                    <a:pt x="24544" y="7657"/>
                  </a:cubicBezTo>
                  <a:cubicBezTo>
                    <a:pt x="25111" y="7457"/>
                    <a:pt x="25645" y="7257"/>
                    <a:pt x="26178" y="6990"/>
                  </a:cubicBezTo>
                  <a:cubicBezTo>
                    <a:pt x="26445" y="6857"/>
                    <a:pt x="26712" y="6723"/>
                    <a:pt x="26979" y="6590"/>
                  </a:cubicBezTo>
                  <a:cubicBezTo>
                    <a:pt x="27246" y="6457"/>
                    <a:pt x="27513" y="6323"/>
                    <a:pt x="27813" y="6156"/>
                  </a:cubicBezTo>
                  <a:cubicBezTo>
                    <a:pt x="29147" y="5456"/>
                    <a:pt x="29681" y="3821"/>
                    <a:pt x="29014" y="2454"/>
                  </a:cubicBezTo>
                  <a:cubicBezTo>
                    <a:pt x="28528" y="1433"/>
                    <a:pt x="27511" y="820"/>
                    <a:pt x="26453" y="820"/>
                  </a:cubicBezTo>
                  <a:cubicBezTo>
                    <a:pt x="26058" y="820"/>
                    <a:pt x="25658" y="905"/>
                    <a:pt x="25278" y="1086"/>
                  </a:cubicBezTo>
                  <a:lnTo>
                    <a:pt x="25144" y="1153"/>
                  </a:lnTo>
                  <a:lnTo>
                    <a:pt x="24510" y="1453"/>
                  </a:lnTo>
                  <a:lnTo>
                    <a:pt x="23810" y="1753"/>
                  </a:lnTo>
                  <a:cubicBezTo>
                    <a:pt x="23343" y="1953"/>
                    <a:pt x="22876" y="2187"/>
                    <a:pt x="22409" y="2354"/>
                  </a:cubicBezTo>
                  <a:cubicBezTo>
                    <a:pt x="21442" y="2787"/>
                    <a:pt x="20508" y="3121"/>
                    <a:pt x="19540" y="3454"/>
                  </a:cubicBezTo>
                  <a:cubicBezTo>
                    <a:pt x="18573" y="3788"/>
                    <a:pt x="17572" y="4088"/>
                    <a:pt x="16605" y="4355"/>
                  </a:cubicBezTo>
                  <a:cubicBezTo>
                    <a:pt x="15737" y="4589"/>
                    <a:pt x="14870" y="4755"/>
                    <a:pt x="14003" y="4922"/>
                  </a:cubicBezTo>
                  <a:cubicBezTo>
                    <a:pt x="13269" y="4722"/>
                    <a:pt x="12468" y="4488"/>
                    <a:pt x="11668" y="4188"/>
                  </a:cubicBezTo>
                  <a:cubicBezTo>
                    <a:pt x="10701" y="3821"/>
                    <a:pt x="9666" y="3421"/>
                    <a:pt x="8666" y="2954"/>
                  </a:cubicBezTo>
                  <a:cubicBezTo>
                    <a:pt x="7665" y="2520"/>
                    <a:pt x="6631" y="2053"/>
                    <a:pt x="5630" y="1586"/>
                  </a:cubicBezTo>
                  <a:lnTo>
                    <a:pt x="2595" y="152"/>
                  </a:lnTo>
                  <a:lnTo>
                    <a:pt x="2561" y="152"/>
                  </a:lnTo>
                  <a:cubicBezTo>
                    <a:pt x="2342" y="48"/>
                    <a:pt x="2128" y="1"/>
                    <a:pt x="1925" y="1"/>
                  </a:cubicBezTo>
                  <a:close/>
                </a:path>
              </a:pathLst>
            </a:custGeom>
            <a:solidFill>
              <a:srgbClr val="FF8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3790375" y="1776625"/>
              <a:ext cx="353300" cy="298650"/>
            </a:xfrm>
            <a:custGeom>
              <a:avLst/>
              <a:gdLst/>
              <a:ahLst/>
              <a:cxnLst/>
              <a:rect l="l" t="t" r="r" b="b"/>
              <a:pathLst>
                <a:path w="14132" h="11946" extrusionOk="0">
                  <a:moveTo>
                    <a:pt x="10980" y="0"/>
                  </a:moveTo>
                  <a:cubicBezTo>
                    <a:pt x="10687" y="0"/>
                    <a:pt x="10363" y="54"/>
                    <a:pt x="10008" y="171"/>
                  </a:cubicBezTo>
                  <a:cubicBezTo>
                    <a:pt x="6572" y="1372"/>
                    <a:pt x="3236" y="2773"/>
                    <a:pt x="1" y="4441"/>
                  </a:cubicBezTo>
                  <a:cubicBezTo>
                    <a:pt x="835" y="7276"/>
                    <a:pt x="2369" y="9878"/>
                    <a:pt x="4504" y="11946"/>
                  </a:cubicBezTo>
                  <a:cubicBezTo>
                    <a:pt x="4504" y="11946"/>
                    <a:pt x="6305" y="11846"/>
                    <a:pt x="9974" y="9077"/>
                  </a:cubicBezTo>
                  <a:cubicBezTo>
                    <a:pt x="13728" y="6270"/>
                    <a:pt x="14131" y="0"/>
                    <a:pt x="10980"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3274175" y="1764200"/>
              <a:ext cx="121775" cy="114275"/>
            </a:xfrm>
            <a:custGeom>
              <a:avLst/>
              <a:gdLst/>
              <a:ahLst/>
              <a:cxnLst/>
              <a:rect l="l" t="t" r="r" b="b"/>
              <a:pathLst>
                <a:path w="4871" h="4571" extrusionOk="0">
                  <a:moveTo>
                    <a:pt x="1535" y="1"/>
                  </a:moveTo>
                  <a:lnTo>
                    <a:pt x="1" y="4237"/>
                  </a:lnTo>
                  <a:lnTo>
                    <a:pt x="3737" y="4571"/>
                  </a:lnTo>
                  <a:lnTo>
                    <a:pt x="4837" y="2603"/>
                  </a:lnTo>
                  <a:cubicBezTo>
                    <a:pt x="4871" y="735"/>
                    <a:pt x="1535" y="1"/>
                    <a:pt x="15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3201851" y="1745001"/>
              <a:ext cx="111750" cy="126200"/>
            </a:xfrm>
            <a:custGeom>
              <a:avLst/>
              <a:gdLst/>
              <a:ahLst/>
              <a:cxnLst/>
              <a:rect l="l" t="t" r="r" b="b"/>
              <a:pathLst>
                <a:path w="4470" h="5048" extrusionOk="0">
                  <a:moveTo>
                    <a:pt x="2225" y="0"/>
                  </a:moveTo>
                  <a:cubicBezTo>
                    <a:pt x="1790" y="0"/>
                    <a:pt x="1384" y="235"/>
                    <a:pt x="1168" y="644"/>
                  </a:cubicBezTo>
                  <a:lnTo>
                    <a:pt x="367" y="2012"/>
                  </a:lnTo>
                  <a:cubicBezTo>
                    <a:pt x="0" y="2679"/>
                    <a:pt x="234" y="3479"/>
                    <a:pt x="901" y="3846"/>
                  </a:cubicBezTo>
                  <a:lnTo>
                    <a:pt x="2936" y="5047"/>
                  </a:lnTo>
                  <a:lnTo>
                    <a:pt x="4470" y="811"/>
                  </a:lnTo>
                  <a:lnTo>
                    <a:pt x="2735" y="110"/>
                  </a:lnTo>
                  <a:cubicBezTo>
                    <a:pt x="2567" y="36"/>
                    <a:pt x="2394" y="0"/>
                    <a:pt x="22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2112525" y="2701550"/>
              <a:ext cx="3367425" cy="54225"/>
            </a:xfrm>
            <a:custGeom>
              <a:avLst/>
              <a:gdLst/>
              <a:ahLst/>
              <a:cxnLst/>
              <a:rect l="l" t="t" r="r" b="b"/>
              <a:pathLst>
                <a:path w="134697" h="2169" extrusionOk="0">
                  <a:moveTo>
                    <a:pt x="1101" y="0"/>
                  </a:moveTo>
                  <a:cubicBezTo>
                    <a:pt x="500" y="0"/>
                    <a:pt x="0" y="501"/>
                    <a:pt x="33" y="1101"/>
                  </a:cubicBezTo>
                  <a:cubicBezTo>
                    <a:pt x="33" y="1668"/>
                    <a:pt x="500" y="2168"/>
                    <a:pt x="1101" y="2168"/>
                  </a:cubicBezTo>
                  <a:lnTo>
                    <a:pt x="133595" y="2168"/>
                  </a:lnTo>
                  <a:cubicBezTo>
                    <a:pt x="134196" y="2168"/>
                    <a:pt x="134663" y="1668"/>
                    <a:pt x="134663" y="1101"/>
                  </a:cubicBezTo>
                  <a:cubicBezTo>
                    <a:pt x="134696" y="501"/>
                    <a:pt x="134196" y="0"/>
                    <a:pt x="13359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4733550" y="2502225"/>
              <a:ext cx="157650" cy="199350"/>
            </a:xfrm>
            <a:custGeom>
              <a:avLst/>
              <a:gdLst/>
              <a:ahLst/>
              <a:cxnLst/>
              <a:rect l="l" t="t" r="r" b="b"/>
              <a:pathLst>
                <a:path w="6306" h="7974" extrusionOk="0">
                  <a:moveTo>
                    <a:pt x="534" y="1"/>
                  </a:moveTo>
                  <a:cubicBezTo>
                    <a:pt x="234" y="1"/>
                    <a:pt x="1" y="234"/>
                    <a:pt x="1" y="535"/>
                  </a:cubicBezTo>
                  <a:lnTo>
                    <a:pt x="1" y="7439"/>
                  </a:lnTo>
                  <a:cubicBezTo>
                    <a:pt x="1" y="7740"/>
                    <a:pt x="234" y="7973"/>
                    <a:pt x="534" y="7973"/>
                  </a:cubicBezTo>
                  <a:lnTo>
                    <a:pt x="5771" y="7973"/>
                  </a:lnTo>
                  <a:cubicBezTo>
                    <a:pt x="6072" y="7973"/>
                    <a:pt x="6305" y="7740"/>
                    <a:pt x="6305" y="7439"/>
                  </a:cubicBezTo>
                  <a:lnTo>
                    <a:pt x="6305" y="535"/>
                  </a:lnTo>
                  <a:cubicBezTo>
                    <a:pt x="6305" y="234"/>
                    <a:pt x="6072" y="1"/>
                    <a:pt x="57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4795250" y="2529925"/>
              <a:ext cx="167650" cy="143300"/>
            </a:xfrm>
            <a:custGeom>
              <a:avLst/>
              <a:gdLst/>
              <a:ahLst/>
              <a:cxnLst/>
              <a:rect l="l" t="t" r="r" b="b"/>
              <a:pathLst>
                <a:path w="6706" h="5732" extrusionOk="0">
                  <a:moveTo>
                    <a:pt x="3797" y="861"/>
                  </a:moveTo>
                  <a:cubicBezTo>
                    <a:pt x="3810" y="861"/>
                    <a:pt x="3824" y="861"/>
                    <a:pt x="3837" y="861"/>
                  </a:cubicBezTo>
                  <a:cubicBezTo>
                    <a:pt x="4971" y="861"/>
                    <a:pt x="5872" y="1762"/>
                    <a:pt x="5872" y="2862"/>
                  </a:cubicBezTo>
                  <a:cubicBezTo>
                    <a:pt x="5872" y="4107"/>
                    <a:pt x="4859" y="4921"/>
                    <a:pt x="3812" y="4921"/>
                  </a:cubicBezTo>
                  <a:cubicBezTo>
                    <a:pt x="3315" y="4921"/>
                    <a:pt x="2811" y="4738"/>
                    <a:pt x="2403" y="4330"/>
                  </a:cubicBezTo>
                  <a:cubicBezTo>
                    <a:pt x="1112" y="3039"/>
                    <a:pt x="2022" y="861"/>
                    <a:pt x="3797" y="861"/>
                  </a:cubicBezTo>
                  <a:close/>
                  <a:moveTo>
                    <a:pt x="3816" y="0"/>
                  </a:moveTo>
                  <a:cubicBezTo>
                    <a:pt x="3108" y="0"/>
                    <a:pt x="2387" y="266"/>
                    <a:pt x="1802" y="861"/>
                  </a:cubicBezTo>
                  <a:cubicBezTo>
                    <a:pt x="1" y="2662"/>
                    <a:pt x="1269" y="5731"/>
                    <a:pt x="3837" y="5731"/>
                  </a:cubicBezTo>
                  <a:cubicBezTo>
                    <a:pt x="5438" y="5731"/>
                    <a:pt x="6706" y="4463"/>
                    <a:pt x="6706" y="2862"/>
                  </a:cubicBezTo>
                  <a:cubicBezTo>
                    <a:pt x="6706" y="1150"/>
                    <a:pt x="5290" y="0"/>
                    <a:pt x="38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6"/>
            <p:cNvSpPr/>
            <p:nvPr/>
          </p:nvSpPr>
          <p:spPr>
            <a:xfrm>
              <a:off x="4505050" y="2701550"/>
              <a:ext cx="974900" cy="54225"/>
            </a:xfrm>
            <a:custGeom>
              <a:avLst/>
              <a:gdLst/>
              <a:ahLst/>
              <a:cxnLst/>
              <a:rect l="l" t="t" r="r" b="b"/>
              <a:pathLst>
                <a:path w="38996" h="2169" extrusionOk="0">
                  <a:moveTo>
                    <a:pt x="1068" y="0"/>
                  </a:moveTo>
                  <a:cubicBezTo>
                    <a:pt x="468" y="0"/>
                    <a:pt x="1" y="501"/>
                    <a:pt x="1" y="1101"/>
                  </a:cubicBezTo>
                  <a:cubicBezTo>
                    <a:pt x="1" y="1668"/>
                    <a:pt x="468" y="2168"/>
                    <a:pt x="1068" y="2168"/>
                  </a:cubicBezTo>
                  <a:lnTo>
                    <a:pt x="37894" y="2168"/>
                  </a:lnTo>
                  <a:cubicBezTo>
                    <a:pt x="38495" y="2168"/>
                    <a:pt x="38962" y="1668"/>
                    <a:pt x="38962" y="1101"/>
                  </a:cubicBezTo>
                  <a:cubicBezTo>
                    <a:pt x="38995" y="501"/>
                    <a:pt x="38495" y="0"/>
                    <a:pt x="37894" y="0"/>
                  </a:cubicBez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4941200" y="2755750"/>
              <a:ext cx="101775" cy="813100"/>
            </a:xfrm>
            <a:custGeom>
              <a:avLst/>
              <a:gdLst/>
              <a:ahLst/>
              <a:cxnLst/>
              <a:rect l="l" t="t" r="r" b="b"/>
              <a:pathLst>
                <a:path w="4071" h="32524" extrusionOk="0">
                  <a:moveTo>
                    <a:pt x="0" y="0"/>
                  </a:moveTo>
                  <a:lnTo>
                    <a:pt x="0" y="32524"/>
                  </a:lnTo>
                  <a:lnTo>
                    <a:pt x="4070" y="32524"/>
                  </a:lnTo>
                  <a:lnTo>
                    <a:pt x="40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6"/>
            <p:cNvSpPr/>
            <p:nvPr/>
          </p:nvSpPr>
          <p:spPr>
            <a:xfrm>
              <a:off x="5145500" y="2755750"/>
              <a:ext cx="194350" cy="41725"/>
            </a:xfrm>
            <a:custGeom>
              <a:avLst/>
              <a:gdLst/>
              <a:ahLst/>
              <a:cxnLst/>
              <a:rect l="l" t="t" r="r" b="b"/>
              <a:pathLst>
                <a:path w="7774" h="1669" extrusionOk="0">
                  <a:moveTo>
                    <a:pt x="1" y="0"/>
                  </a:moveTo>
                  <a:lnTo>
                    <a:pt x="1" y="768"/>
                  </a:lnTo>
                  <a:cubicBezTo>
                    <a:pt x="1" y="1268"/>
                    <a:pt x="401" y="1668"/>
                    <a:pt x="902" y="1668"/>
                  </a:cubicBezTo>
                  <a:lnTo>
                    <a:pt x="6873" y="1668"/>
                  </a:lnTo>
                  <a:cubicBezTo>
                    <a:pt x="7373" y="1668"/>
                    <a:pt x="7773" y="1268"/>
                    <a:pt x="7773" y="768"/>
                  </a:cubicBezTo>
                  <a:lnTo>
                    <a:pt x="777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6"/>
            <p:cNvSpPr/>
            <p:nvPr/>
          </p:nvSpPr>
          <p:spPr>
            <a:xfrm>
              <a:off x="4916175" y="3367025"/>
              <a:ext cx="151800" cy="813100"/>
            </a:xfrm>
            <a:custGeom>
              <a:avLst/>
              <a:gdLst/>
              <a:ahLst/>
              <a:cxnLst/>
              <a:rect l="l" t="t" r="r" b="b"/>
              <a:pathLst>
                <a:path w="6072" h="32524" extrusionOk="0">
                  <a:moveTo>
                    <a:pt x="1" y="0"/>
                  </a:moveTo>
                  <a:lnTo>
                    <a:pt x="1" y="32524"/>
                  </a:lnTo>
                  <a:lnTo>
                    <a:pt x="6072" y="32524"/>
                  </a:lnTo>
                  <a:lnTo>
                    <a:pt x="60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4891175" y="3868200"/>
              <a:ext cx="202650" cy="813125"/>
            </a:xfrm>
            <a:custGeom>
              <a:avLst/>
              <a:gdLst/>
              <a:ahLst/>
              <a:cxnLst/>
              <a:rect l="l" t="t" r="r" b="b"/>
              <a:pathLst>
                <a:path w="8106" h="32525" extrusionOk="0">
                  <a:moveTo>
                    <a:pt x="0" y="1"/>
                  </a:moveTo>
                  <a:lnTo>
                    <a:pt x="0" y="32524"/>
                  </a:lnTo>
                  <a:lnTo>
                    <a:pt x="8106" y="32524"/>
                  </a:lnTo>
                  <a:lnTo>
                    <a:pt x="810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4772750" y="4636250"/>
              <a:ext cx="438675" cy="45075"/>
            </a:xfrm>
            <a:custGeom>
              <a:avLst/>
              <a:gdLst/>
              <a:ahLst/>
              <a:cxnLst/>
              <a:rect l="l" t="t" r="r" b="b"/>
              <a:pathLst>
                <a:path w="17547" h="1803" extrusionOk="0">
                  <a:moveTo>
                    <a:pt x="1802" y="1"/>
                  </a:moveTo>
                  <a:cubicBezTo>
                    <a:pt x="801" y="1"/>
                    <a:pt x="0" y="802"/>
                    <a:pt x="0" y="1802"/>
                  </a:cubicBezTo>
                  <a:lnTo>
                    <a:pt x="17546" y="1802"/>
                  </a:lnTo>
                  <a:cubicBezTo>
                    <a:pt x="17546" y="802"/>
                    <a:pt x="16746" y="1"/>
                    <a:pt x="157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2549500" y="2755750"/>
              <a:ext cx="101750" cy="813100"/>
            </a:xfrm>
            <a:custGeom>
              <a:avLst/>
              <a:gdLst/>
              <a:ahLst/>
              <a:cxnLst/>
              <a:rect l="l" t="t" r="r" b="b"/>
              <a:pathLst>
                <a:path w="4070" h="32524" extrusionOk="0">
                  <a:moveTo>
                    <a:pt x="0" y="0"/>
                  </a:moveTo>
                  <a:lnTo>
                    <a:pt x="0" y="32524"/>
                  </a:lnTo>
                  <a:lnTo>
                    <a:pt x="4070" y="32524"/>
                  </a:lnTo>
                  <a:lnTo>
                    <a:pt x="40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2524475" y="3367025"/>
              <a:ext cx="151800" cy="813100"/>
            </a:xfrm>
            <a:custGeom>
              <a:avLst/>
              <a:gdLst/>
              <a:ahLst/>
              <a:cxnLst/>
              <a:rect l="l" t="t" r="r" b="b"/>
              <a:pathLst>
                <a:path w="6072" h="32524" extrusionOk="0">
                  <a:moveTo>
                    <a:pt x="0" y="0"/>
                  </a:moveTo>
                  <a:lnTo>
                    <a:pt x="0" y="32524"/>
                  </a:lnTo>
                  <a:lnTo>
                    <a:pt x="6071" y="32524"/>
                  </a:lnTo>
                  <a:lnTo>
                    <a:pt x="607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2498625" y="3868200"/>
              <a:ext cx="202675" cy="813125"/>
            </a:xfrm>
            <a:custGeom>
              <a:avLst/>
              <a:gdLst/>
              <a:ahLst/>
              <a:cxnLst/>
              <a:rect l="l" t="t" r="r" b="b"/>
              <a:pathLst>
                <a:path w="8107" h="32525" extrusionOk="0">
                  <a:moveTo>
                    <a:pt x="0" y="1"/>
                  </a:moveTo>
                  <a:lnTo>
                    <a:pt x="0" y="32524"/>
                  </a:lnTo>
                  <a:lnTo>
                    <a:pt x="8106" y="32524"/>
                  </a:lnTo>
                  <a:lnTo>
                    <a:pt x="810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2381050" y="4636250"/>
              <a:ext cx="438650" cy="45075"/>
            </a:xfrm>
            <a:custGeom>
              <a:avLst/>
              <a:gdLst/>
              <a:ahLst/>
              <a:cxnLst/>
              <a:rect l="l" t="t" r="r" b="b"/>
              <a:pathLst>
                <a:path w="17546" h="1803" extrusionOk="0">
                  <a:moveTo>
                    <a:pt x="1801" y="1"/>
                  </a:moveTo>
                  <a:cubicBezTo>
                    <a:pt x="801" y="1"/>
                    <a:pt x="0" y="802"/>
                    <a:pt x="0" y="1802"/>
                  </a:cubicBezTo>
                  <a:lnTo>
                    <a:pt x="17546" y="1802"/>
                  </a:lnTo>
                  <a:cubicBezTo>
                    <a:pt x="17546" y="802"/>
                    <a:pt x="16745" y="1"/>
                    <a:pt x="157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2597025" y="2669025"/>
              <a:ext cx="1280950" cy="32550"/>
            </a:xfrm>
            <a:custGeom>
              <a:avLst/>
              <a:gdLst/>
              <a:ahLst/>
              <a:cxnLst/>
              <a:rect l="l" t="t" r="r" b="b"/>
              <a:pathLst>
                <a:path w="51238" h="1302" extrusionOk="0">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2597025" y="2669025"/>
              <a:ext cx="1280950" cy="32550"/>
            </a:xfrm>
            <a:custGeom>
              <a:avLst/>
              <a:gdLst/>
              <a:ahLst/>
              <a:cxnLst/>
              <a:rect l="l" t="t" r="r" b="b"/>
              <a:pathLst>
                <a:path w="51238" h="1302" extrusionOk="0">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6"/>
            <p:cNvSpPr/>
            <p:nvPr/>
          </p:nvSpPr>
          <p:spPr>
            <a:xfrm>
              <a:off x="2495375" y="2086925"/>
              <a:ext cx="1060700" cy="598800"/>
            </a:xfrm>
            <a:custGeom>
              <a:avLst/>
              <a:gdLst/>
              <a:ahLst/>
              <a:cxnLst/>
              <a:rect l="l" t="t" r="r" b="b"/>
              <a:pathLst>
                <a:path w="42428" h="23952" extrusionOk="0">
                  <a:moveTo>
                    <a:pt x="1711" y="0"/>
                  </a:moveTo>
                  <a:cubicBezTo>
                    <a:pt x="737" y="0"/>
                    <a:pt x="1" y="886"/>
                    <a:pt x="197" y="1869"/>
                  </a:cubicBezTo>
                  <a:lnTo>
                    <a:pt x="3099" y="22083"/>
                  </a:lnTo>
                  <a:cubicBezTo>
                    <a:pt x="3266" y="23117"/>
                    <a:pt x="4167" y="23918"/>
                    <a:pt x="5234" y="23951"/>
                  </a:cubicBezTo>
                  <a:lnTo>
                    <a:pt x="40659" y="23951"/>
                  </a:lnTo>
                  <a:cubicBezTo>
                    <a:pt x="41660" y="23951"/>
                    <a:pt x="42427" y="23084"/>
                    <a:pt x="42260" y="22083"/>
                  </a:cubicBezTo>
                  <a:lnTo>
                    <a:pt x="39325" y="1869"/>
                  </a:lnTo>
                  <a:cubicBezTo>
                    <a:pt x="39158" y="802"/>
                    <a:pt x="38258" y="34"/>
                    <a:pt x="37224" y="1"/>
                  </a:cubicBezTo>
                  <a:lnTo>
                    <a:pt x="1765" y="1"/>
                  </a:lnTo>
                  <a:cubicBezTo>
                    <a:pt x="1747" y="0"/>
                    <a:pt x="1729" y="0"/>
                    <a:pt x="171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a:off x="2495375" y="2086925"/>
              <a:ext cx="673750" cy="598800"/>
            </a:xfrm>
            <a:custGeom>
              <a:avLst/>
              <a:gdLst/>
              <a:ahLst/>
              <a:cxnLst/>
              <a:rect l="l" t="t" r="r" b="b"/>
              <a:pathLst>
                <a:path w="26950" h="23952" extrusionOk="0">
                  <a:moveTo>
                    <a:pt x="1711" y="0"/>
                  </a:moveTo>
                  <a:cubicBezTo>
                    <a:pt x="737" y="0"/>
                    <a:pt x="1" y="886"/>
                    <a:pt x="197" y="1869"/>
                  </a:cubicBezTo>
                  <a:lnTo>
                    <a:pt x="3099" y="22083"/>
                  </a:lnTo>
                  <a:cubicBezTo>
                    <a:pt x="3266" y="23117"/>
                    <a:pt x="4167" y="23918"/>
                    <a:pt x="5234" y="23951"/>
                  </a:cubicBezTo>
                  <a:lnTo>
                    <a:pt x="11805" y="23951"/>
                  </a:lnTo>
                  <a:cubicBezTo>
                    <a:pt x="13073" y="23951"/>
                    <a:pt x="14240" y="23284"/>
                    <a:pt x="14874" y="22183"/>
                  </a:cubicBezTo>
                  <a:lnTo>
                    <a:pt x="26216" y="2803"/>
                  </a:lnTo>
                  <a:cubicBezTo>
                    <a:pt x="26950" y="1569"/>
                    <a:pt x="26049" y="1"/>
                    <a:pt x="24615" y="1"/>
                  </a:cubicBezTo>
                  <a:lnTo>
                    <a:pt x="1765" y="1"/>
                  </a:lnTo>
                  <a:cubicBezTo>
                    <a:pt x="1747" y="0"/>
                    <a:pt x="1729" y="0"/>
                    <a:pt x="1711" y="0"/>
                  </a:cubicBezTo>
                  <a:close/>
                </a:path>
              </a:pathLst>
            </a:custGeom>
            <a:solidFill>
              <a:srgbClr val="61D5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6CE460FA-B18A-48DF-8D3C-6F8157336E4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3170" y="374852"/>
            <a:ext cx="1597660" cy="10896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8C96E7-B6FC-76AF-D85A-08AD1D6784F0}"/>
              </a:ext>
            </a:extLst>
          </p:cNvPr>
          <p:cNvSpPr>
            <a:spLocks noGrp="1"/>
          </p:cNvSpPr>
          <p:nvPr>
            <p:ph type="body" idx="1"/>
          </p:nvPr>
        </p:nvSpPr>
        <p:spPr>
          <a:xfrm>
            <a:off x="978684" y="1459755"/>
            <a:ext cx="7796482" cy="3406907"/>
          </a:xfrm>
        </p:spPr>
        <p:txBody>
          <a:bodyPr/>
          <a:lstStyle/>
          <a:p>
            <a:r>
              <a:rPr lang="en-IN" sz="1800" b="1" dirty="0">
                <a:solidFill>
                  <a:schemeClr val="accent3"/>
                </a:solidFill>
                <a:latin typeface="Cambria" panose="02040503050406030204" pitchFamily="18" charset="0"/>
                <a:ea typeface="Cambria" panose="02040503050406030204" pitchFamily="18" charset="0"/>
              </a:rPr>
              <a:t>MSV YOUNG ENTREPRENEURS INDIA PVT.LTD. </a:t>
            </a:r>
            <a:r>
              <a:rPr lang="en-IN" dirty="0">
                <a:latin typeface="Cambria" panose="02040503050406030204" pitchFamily="18" charset="0"/>
                <a:ea typeface="Cambria" panose="02040503050406030204" pitchFamily="18" charset="0"/>
              </a:rPr>
              <a:t>Have a very good manufacturing capabilities.</a:t>
            </a:r>
          </a:p>
          <a:p>
            <a:r>
              <a:rPr lang="en-IN" dirty="0">
                <a:latin typeface="Cambria" panose="02040503050406030204" pitchFamily="18" charset="0"/>
                <a:ea typeface="Cambria" panose="02040503050406030204" pitchFamily="18" charset="0"/>
              </a:rPr>
              <a:t>Well experienced team in management and as well as employees.</a:t>
            </a:r>
          </a:p>
          <a:p>
            <a:r>
              <a:rPr lang="en-IN" dirty="0">
                <a:latin typeface="Cambria" panose="02040503050406030204" pitchFamily="18" charset="0"/>
                <a:ea typeface="Cambria" panose="02040503050406030204" pitchFamily="18" charset="0"/>
              </a:rPr>
              <a:t>15+ years of experience in the CLEANROOM market.</a:t>
            </a:r>
          </a:p>
          <a:p>
            <a:r>
              <a:rPr lang="en-IN" dirty="0">
                <a:solidFill>
                  <a:schemeClr val="bg1"/>
                </a:solidFill>
                <a:latin typeface="Cambria" panose="02040503050406030204" pitchFamily="18" charset="0"/>
                <a:ea typeface="Cambria" panose="02040503050406030204" pitchFamily="18" charset="0"/>
              </a:rPr>
              <a:t>Capabilities to take orders for turnkey projects.</a:t>
            </a:r>
          </a:p>
          <a:p>
            <a:r>
              <a:rPr lang="en-US" b="0" i="0" dirty="0">
                <a:solidFill>
                  <a:schemeClr val="bg1"/>
                </a:solidFill>
                <a:effectLst/>
                <a:latin typeface="Cambria" panose="02040503050406030204" pitchFamily="18" charset="0"/>
                <a:ea typeface="Cambria" panose="02040503050406030204" pitchFamily="18" charset="0"/>
              </a:rPr>
              <a:t>Hav</a:t>
            </a:r>
            <a:r>
              <a:rPr lang="en-US" dirty="0">
                <a:solidFill>
                  <a:schemeClr val="bg1"/>
                </a:solidFill>
                <a:latin typeface="Cambria" panose="02040503050406030204" pitchFamily="18" charset="0"/>
                <a:ea typeface="Cambria" panose="02040503050406030204" pitchFamily="18" charset="0"/>
              </a:rPr>
              <a:t>e</a:t>
            </a:r>
            <a:r>
              <a:rPr lang="en-US" b="0" i="0" dirty="0">
                <a:solidFill>
                  <a:schemeClr val="bg1"/>
                </a:solidFill>
                <a:effectLst/>
                <a:latin typeface="Cambria" panose="02040503050406030204" pitchFamily="18" charset="0"/>
                <a:ea typeface="Cambria" panose="02040503050406030204" pitchFamily="18" charset="0"/>
              </a:rPr>
              <a:t> executed major projects across 10 different cities.</a:t>
            </a:r>
          </a:p>
          <a:p>
            <a:r>
              <a:rPr lang="en-US" dirty="0">
                <a:solidFill>
                  <a:schemeClr val="bg1"/>
                </a:solidFill>
                <a:latin typeface="Cambria" panose="02040503050406030204" pitchFamily="18" charset="0"/>
                <a:ea typeface="Cambria" panose="02040503050406030204" pitchFamily="18" charset="0"/>
              </a:rPr>
              <a:t>Manufacturing and executional  strengths are;</a:t>
            </a:r>
          </a:p>
          <a:p>
            <a:pPr algn="l" fontAlgn="base">
              <a:buFont typeface="Arial" panose="020B0604020202020204" pitchFamily="34" charset="0"/>
              <a:buChar char="•"/>
            </a:pPr>
            <a:r>
              <a:rPr lang="en-IN" b="0" i="0" dirty="0">
                <a:solidFill>
                  <a:schemeClr val="bg1"/>
                </a:solidFill>
                <a:effectLst/>
                <a:latin typeface="Cambria" panose="02040503050406030204" pitchFamily="18" charset="0"/>
                <a:ea typeface="Cambria" panose="02040503050406030204" pitchFamily="18" charset="0"/>
              </a:rPr>
              <a:t>- HVAC system, Modular Cleanroom, Scientific metallic Doors, HVAC Ducting and Cleanroom Equipment's.</a:t>
            </a:r>
          </a:p>
          <a:p>
            <a:pPr marL="139700" indent="0" algn="l" fontAlgn="base">
              <a:buNone/>
            </a:pPr>
            <a:r>
              <a:rPr lang="en-IN" b="0" i="0" dirty="0">
                <a:solidFill>
                  <a:schemeClr val="bg1"/>
                </a:solidFill>
                <a:effectLst/>
                <a:latin typeface="Cambria" panose="02040503050406030204" pitchFamily="18" charset="0"/>
                <a:ea typeface="Cambria" panose="02040503050406030204" pitchFamily="18" charset="0"/>
              </a:rPr>
              <a:t>     Black Utilities</a:t>
            </a:r>
          </a:p>
          <a:p>
            <a:pPr algn="l" fontAlgn="base">
              <a:buFont typeface="Arial" panose="020B0604020202020204" pitchFamily="34" charset="0"/>
              <a:buChar char="•"/>
            </a:pPr>
            <a:r>
              <a:rPr lang="en-IN" b="0" i="0" dirty="0">
                <a:solidFill>
                  <a:schemeClr val="bg1"/>
                </a:solidFill>
                <a:effectLst/>
                <a:latin typeface="Cambria" panose="02040503050406030204" pitchFamily="18" charset="0"/>
                <a:ea typeface="Cambria" panose="02040503050406030204" pitchFamily="18" charset="0"/>
              </a:rPr>
              <a:t>- LV electricals, Lighting and lighting controls,  Fire safety &amp; protection,  Door interlock and access control,  Cold rooms / Cool rooms, LEV systems</a:t>
            </a:r>
          </a:p>
          <a:p>
            <a:endParaRPr lang="en-US" b="0" i="0" dirty="0">
              <a:solidFill>
                <a:schemeClr val="bg1"/>
              </a:solidFill>
              <a:effectLst/>
              <a:latin typeface="Hammersmith One" panose="02010703030501060504" pitchFamily="2" charset="0"/>
            </a:endParaRPr>
          </a:p>
          <a:p>
            <a:endParaRPr lang="en-IN" dirty="0">
              <a:solidFill>
                <a:schemeClr val="bg1"/>
              </a:solidFill>
              <a:latin typeface="Hammersmith One" panose="02010703030501060504" pitchFamily="2" charset="0"/>
            </a:endParaRPr>
          </a:p>
        </p:txBody>
      </p:sp>
      <p:sp>
        <p:nvSpPr>
          <p:cNvPr id="4" name="Title 3">
            <a:extLst>
              <a:ext uri="{FF2B5EF4-FFF2-40B4-BE49-F238E27FC236}">
                <a16:creationId xmlns:a16="http://schemas.microsoft.com/office/drawing/2014/main" id="{824EC9A8-636C-F895-AC22-E1333021D0A0}"/>
              </a:ext>
            </a:extLst>
          </p:cNvPr>
          <p:cNvSpPr>
            <a:spLocks noGrp="1"/>
          </p:cNvSpPr>
          <p:nvPr>
            <p:ph type="title"/>
          </p:nvPr>
        </p:nvSpPr>
        <p:spPr>
          <a:xfrm>
            <a:off x="720909" y="359300"/>
            <a:ext cx="7736700" cy="572700"/>
          </a:xfrm>
        </p:spPr>
        <p:txBody>
          <a:bodyPr/>
          <a:lstStyle/>
          <a:p>
            <a:r>
              <a:rPr lang="en-IN" b="1" u="sng" dirty="0">
                <a:latin typeface="Hammersmith One" panose="02010703030501060504" pitchFamily="2" charset="0"/>
              </a:rPr>
              <a:t>WHY MSV</a:t>
            </a:r>
          </a:p>
        </p:txBody>
      </p:sp>
    </p:spTree>
    <p:extLst>
      <p:ext uri="{BB962C8B-B14F-4D97-AF65-F5344CB8AC3E}">
        <p14:creationId xmlns:p14="http://schemas.microsoft.com/office/powerpoint/2010/main" val="163036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C1D7A1-C20C-0CAE-3C71-21AFB76FFCE7}"/>
              </a:ext>
            </a:extLst>
          </p:cNvPr>
          <p:cNvSpPr>
            <a:spLocks noGrp="1"/>
          </p:cNvSpPr>
          <p:nvPr>
            <p:ph type="body" idx="1"/>
          </p:nvPr>
        </p:nvSpPr>
        <p:spPr>
          <a:xfrm>
            <a:off x="1133080" y="188699"/>
            <a:ext cx="7503773" cy="4706030"/>
          </a:xfrm>
        </p:spPr>
        <p:txBody>
          <a:bodyPr/>
          <a:lstStyle/>
          <a:p>
            <a:pPr marL="6350" indent="-6350">
              <a:lnSpc>
                <a:spcPct val="107000"/>
              </a:lnSpc>
            </a:pPr>
            <a:r>
              <a:rPr lang="en-IN" sz="1800" b="1" u="sng" kern="0" dirty="0">
                <a:solidFill>
                  <a:schemeClr val="accent3"/>
                </a:solidFill>
                <a:effectLst/>
                <a:uFill>
                  <a:solidFill>
                    <a:srgbClr val="000000"/>
                  </a:solidFill>
                </a:uFill>
                <a:latin typeface="Cambria" panose="02040503050406030204" pitchFamily="18" charset="0"/>
                <a:ea typeface="Cambria" panose="02040503050406030204" pitchFamily="18" charset="0"/>
                <a:cs typeface="Cambria" panose="02040503050406030204" pitchFamily="18" charset="0"/>
              </a:rPr>
              <a:t>About Us</a:t>
            </a:r>
            <a:r>
              <a:rPr lang="en-IN" sz="1800" b="1" u="none" strike="noStrike" kern="0" dirty="0">
                <a:solidFill>
                  <a:schemeClr val="accent3"/>
                </a:solidFill>
                <a:effectLst/>
                <a:uFill>
                  <a:solidFill>
                    <a:srgbClr val="000000"/>
                  </a:solidFill>
                </a:uFill>
                <a:latin typeface="Cambria" panose="02040503050406030204" pitchFamily="18" charset="0"/>
                <a:ea typeface="Cambria" panose="02040503050406030204" pitchFamily="18" charset="0"/>
                <a:cs typeface="Cambria" panose="02040503050406030204" pitchFamily="18" charset="0"/>
              </a:rPr>
              <a:t> </a:t>
            </a:r>
            <a:endParaRPr lang="en-IN" sz="1800" b="1" u="sng" strike="noStrike" dirty="0">
              <a:solidFill>
                <a:schemeClr val="accent3"/>
              </a:solidFill>
              <a:uFill>
                <a:solidFill>
                  <a:srgbClr val="000000"/>
                </a:solidFill>
              </a:uFill>
              <a:latin typeface="Cambria" panose="02040503050406030204" pitchFamily="18" charset="0"/>
              <a:ea typeface="Cambria" panose="02040503050406030204" pitchFamily="18" charset="0"/>
              <a:cs typeface="Cambria" panose="02040503050406030204" pitchFamily="18" charset="0"/>
            </a:endParaRPr>
          </a:p>
          <a:p>
            <a:pPr marL="0" indent="0">
              <a:lnSpc>
                <a:spcPct val="107000"/>
              </a:lnSpc>
              <a:buNone/>
            </a:pPr>
            <a:endParaRPr lang="en-IN" sz="1800" dirty="0">
              <a:solidFill>
                <a:schemeClr val="accent3"/>
              </a:solidFill>
              <a:effectLst/>
              <a:latin typeface="Cambria" panose="02040503050406030204" pitchFamily="18" charset="0"/>
              <a:ea typeface="Cambria" panose="02040503050406030204" pitchFamily="18" charset="0"/>
              <a:cs typeface="Cambria" panose="02040503050406030204" pitchFamily="18" charset="0"/>
            </a:endParaRPr>
          </a:p>
          <a:p>
            <a:pPr marL="6350" marR="39370" indent="-6350" algn="just">
              <a:lnSpc>
                <a:spcPct val="103000"/>
              </a:lnSpc>
              <a:spcAft>
                <a:spcPts val="45"/>
              </a:spcAft>
            </a:pPr>
            <a:r>
              <a:rPr lang="en-IN" sz="1800" b="1" dirty="0">
                <a:solidFill>
                  <a:schemeClr val="accent3"/>
                </a:solidFill>
                <a:latin typeface="Cambria" panose="02040503050406030204" pitchFamily="18" charset="0"/>
                <a:ea typeface="Cambria" panose="02040503050406030204" pitchFamily="18" charset="0"/>
              </a:rPr>
              <a:t>MSV YOUNG ENTREPRENEURS INDIA PVT.LTD</a:t>
            </a:r>
            <a:r>
              <a:rPr lang="en-IN" sz="1800" b="1" u="sng" dirty="0">
                <a:solidFill>
                  <a:schemeClr val="accent3"/>
                </a:solidFill>
                <a:effectLst/>
                <a:latin typeface="Cambria" panose="02040503050406030204" pitchFamily="18" charset="0"/>
                <a:ea typeface="Cambria" panose="02040503050406030204" pitchFamily="18" charset="0"/>
                <a:cs typeface="Cambria" panose="02040503050406030204" pitchFamily="18" charset="0"/>
              </a:rPr>
              <a:t>.</a:t>
            </a:r>
            <a:r>
              <a:rPr lang="en-IN" sz="1800" dirty="0">
                <a:solidFill>
                  <a:schemeClr val="accent3"/>
                </a:solidFill>
                <a:effectLst/>
                <a:latin typeface="Cambria" panose="02040503050406030204" pitchFamily="18" charset="0"/>
                <a:ea typeface="Cambria" panose="02040503050406030204" pitchFamily="18" charset="0"/>
                <a:cs typeface="Cambria" panose="02040503050406030204" pitchFamily="18" charset="0"/>
              </a:rPr>
              <a:t> </a:t>
            </a:r>
            <a:r>
              <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was incorporated to serve the Cleanroom requirements in Project design and supply of Equipment’s. We are equipped with modern CNC machines, Fibre Laser Cutting machines, High pressure foaming machines to manufacture PUF panels, Cleanroom metal doors, AHU’s, Pass Boxes, LAFs, Unit Dust collectors, Hepa, Pre &amp; Filters. </a:t>
            </a:r>
          </a:p>
          <a:p>
            <a:pPr marL="0" marR="44450" indent="0" algn="l">
              <a:lnSpc>
                <a:spcPct val="107000"/>
              </a:lnSpc>
              <a:spcAft>
                <a:spcPts val="45"/>
              </a:spcAft>
              <a:buNone/>
            </a:pP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6350" marR="39370" indent="-6350" algn="just">
              <a:lnSpc>
                <a:spcPct val="103000"/>
              </a:lnSpc>
              <a:spcAft>
                <a:spcPts val="45"/>
              </a:spcAft>
            </a:pPr>
            <a:r>
              <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We also have a cleanroom built to make </a:t>
            </a:r>
            <a:r>
              <a:rPr lang="en-IN" sz="1800" dirty="0" err="1">
                <a:solidFill>
                  <a:schemeClr val="bg1"/>
                </a:solidFill>
                <a:effectLst/>
                <a:latin typeface="Cambria" panose="02040503050406030204" pitchFamily="18" charset="0"/>
                <a:ea typeface="Cambria" panose="02040503050406030204" pitchFamily="18" charset="0"/>
                <a:cs typeface="Cambria" panose="02040503050406030204" pitchFamily="18" charset="0"/>
              </a:rPr>
              <a:t>Hepa</a:t>
            </a:r>
            <a:r>
              <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Filters under Class 10000 conditions. </a:t>
            </a:r>
          </a:p>
          <a:p>
            <a:pPr marL="0" marR="44450" indent="0" algn="l">
              <a:lnSpc>
                <a:spcPct val="107000"/>
              </a:lnSpc>
              <a:spcAft>
                <a:spcPts val="65"/>
              </a:spcAft>
              <a:buNone/>
            </a:pP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6350" indent="-6350">
              <a:lnSpc>
                <a:spcPct val="107000"/>
              </a:lnSpc>
            </a:pPr>
            <a:r>
              <a:rPr lang="en-IN" sz="1800" b="1" u="sng" kern="0" dirty="0">
                <a:solidFill>
                  <a:schemeClr val="accent3"/>
                </a:solidFill>
                <a:effectLst/>
                <a:uFill>
                  <a:solidFill>
                    <a:srgbClr val="000000"/>
                  </a:solidFill>
                </a:uFill>
                <a:latin typeface="Cambria" panose="02040503050406030204" pitchFamily="18" charset="0"/>
                <a:ea typeface="Cambria" panose="02040503050406030204" pitchFamily="18" charset="0"/>
                <a:cs typeface="Cambria" panose="02040503050406030204" pitchFamily="18" charset="0"/>
              </a:rPr>
              <a:t>Vision</a:t>
            </a:r>
            <a:r>
              <a:rPr lang="en-IN" sz="1800" b="1" u="none" strike="noStrike" kern="0" dirty="0">
                <a:solidFill>
                  <a:schemeClr val="accent3"/>
                </a:solidFill>
                <a:effectLst/>
                <a:uFill>
                  <a:solidFill>
                    <a:srgbClr val="000000"/>
                  </a:solidFill>
                </a:uFill>
                <a:latin typeface="Cambria" panose="02040503050406030204" pitchFamily="18" charset="0"/>
                <a:ea typeface="Cambria" panose="02040503050406030204" pitchFamily="18" charset="0"/>
                <a:cs typeface="Cambria" panose="02040503050406030204" pitchFamily="18" charset="0"/>
              </a:rPr>
              <a:t> </a:t>
            </a:r>
            <a:endParaRPr lang="en-IN" sz="1800" b="1" u="sng" kern="0" dirty="0">
              <a:solidFill>
                <a:schemeClr val="accent3"/>
              </a:solidFill>
              <a:effectLst/>
              <a:uFill>
                <a:solidFill>
                  <a:srgbClr val="000000"/>
                </a:solidFill>
              </a:uFill>
              <a:latin typeface="Cambria" panose="02040503050406030204" pitchFamily="18" charset="0"/>
              <a:ea typeface="Cambria" panose="02040503050406030204" pitchFamily="18" charset="0"/>
              <a:cs typeface="Cambria" panose="02040503050406030204" pitchFamily="18" charset="0"/>
            </a:endParaRPr>
          </a:p>
          <a:p>
            <a:pPr marL="0" marR="44450" indent="0" algn="l">
              <a:lnSpc>
                <a:spcPct val="107000"/>
              </a:lnSpc>
              <a:spcAft>
                <a:spcPts val="45"/>
              </a:spcAft>
              <a:buNone/>
            </a:pP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6350" marR="39370" indent="-6350" algn="just">
              <a:lnSpc>
                <a:spcPct val="103000"/>
              </a:lnSpc>
              <a:spcAft>
                <a:spcPts val="45"/>
              </a:spcAft>
            </a:pPr>
            <a:r>
              <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To become a good vendor offering world-class products and services of Cleanroom Projects to Pharma Industry. </a:t>
            </a:r>
          </a:p>
          <a:p>
            <a:pPr marL="0" marR="44450" indent="0" algn="l">
              <a:lnSpc>
                <a:spcPct val="107000"/>
              </a:lnSpc>
              <a:spcAft>
                <a:spcPts val="65"/>
              </a:spcAft>
              <a:buNone/>
            </a:pPr>
            <a:endPar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a:p>
            <a:pPr marL="6350" indent="-6350">
              <a:lnSpc>
                <a:spcPct val="107000"/>
              </a:lnSpc>
            </a:pPr>
            <a:endPar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1668960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15D6CA-993B-5C82-5D80-6DA2CCD86935}"/>
              </a:ext>
            </a:extLst>
          </p:cNvPr>
          <p:cNvSpPr>
            <a:spLocks noGrp="1"/>
          </p:cNvSpPr>
          <p:nvPr>
            <p:ph type="body" idx="1"/>
          </p:nvPr>
        </p:nvSpPr>
        <p:spPr>
          <a:xfrm>
            <a:off x="1163818" y="242488"/>
            <a:ext cx="7519140" cy="4821290"/>
          </a:xfrm>
        </p:spPr>
        <p:txBody>
          <a:bodyPr/>
          <a:lstStyle/>
          <a:p>
            <a:pPr marL="6350" indent="-6350">
              <a:lnSpc>
                <a:spcPct val="107000"/>
              </a:lnSpc>
            </a:pPr>
            <a:r>
              <a:rPr lang="en-IN" sz="1800" b="1" u="sng" kern="0" dirty="0">
                <a:solidFill>
                  <a:schemeClr val="accent3"/>
                </a:solidFill>
                <a:effectLst/>
                <a:uFill>
                  <a:solidFill>
                    <a:srgbClr val="000000"/>
                  </a:solidFill>
                </a:uFill>
                <a:latin typeface="Cambria" panose="02040503050406030204" pitchFamily="18" charset="0"/>
                <a:ea typeface="Cambria" panose="02040503050406030204" pitchFamily="18" charset="0"/>
                <a:cs typeface="Cambria" panose="02040503050406030204" pitchFamily="18" charset="0"/>
              </a:rPr>
              <a:t>Mission</a:t>
            </a:r>
            <a:r>
              <a:rPr lang="en-IN" sz="1800" b="1" u="none" strike="noStrike" kern="0" dirty="0">
                <a:solidFill>
                  <a:schemeClr val="accent3"/>
                </a:solidFill>
                <a:effectLst/>
                <a:uFill>
                  <a:solidFill>
                    <a:srgbClr val="000000"/>
                  </a:solidFill>
                </a:uFill>
                <a:latin typeface="Cambria" panose="02040503050406030204" pitchFamily="18" charset="0"/>
                <a:ea typeface="Cambria" panose="02040503050406030204" pitchFamily="18" charset="0"/>
                <a:cs typeface="Cambria" panose="02040503050406030204" pitchFamily="18" charset="0"/>
              </a:rPr>
              <a:t> </a:t>
            </a:r>
            <a:endParaRPr lang="en-IN" sz="1800" b="1" dirty="0">
              <a:solidFill>
                <a:schemeClr val="accent3"/>
              </a:solidFill>
              <a:effectLst/>
              <a:latin typeface="Cambria" panose="02040503050406030204" pitchFamily="18" charset="0"/>
              <a:ea typeface="Cambria" panose="02040503050406030204" pitchFamily="18" charset="0"/>
              <a:cs typeface="Cambria" panose="02040503050406030204" pitchFamily="18" charset="0"/>
            </a:endParaRPr>
          </a:p>
          <a:p>
            <a:pPr marL="0" marR="39370" indent="0" algn="just">
              <a:lnSpc>
                <a:spcPct val="103000"/>
              </a:lnSpc>
              <a:spcAft>
                <a:spcPts val="45"/>
              </a:spcAft>
              <a:buNone/>
            </a:pPr>
            <a:r>
              <a:rPr lang="en-IN" sz="16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Consistently improve customer satisfaction by providing quality products and services in a timely manner. </a:t>
            </a:r>
          </a:p>
          <a:p>
            <a:pPr marL="0" marR="39370" indent="0" algn="just">
              <a:lnSpc>
                <a:spcPct val="103000"/>
              </a:lnSpc>
              <a:spcAft>
                <a:spcPts val="45"/>
              </a:spcAft>
              <a:buNone/>
            </a:pPr>
            <a:endParaRPr lang="en-IN" sz="16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6350" indent="-6350">
              <a:lnSpc>
                <a:spcPct val="107000"/>
              </a:lnSpc>
            </a:pPr>
            <a:r>
              <a:rPr lang="en-IN" sz="1800" b="1" u="sng" kern="0" dirty="0">
                <a:solidFill>
                  <a:schemeClr val="accent3"/>
                </a:solidFill>
                <a:effectLst/>
                <a:uFill>
                  <a:solidFill>
                    <a:srgbClr val="000000"/>
                  </a:solidFill>
                </a:uFill>
                <a:latin typeface="Cambria" panose="02040503050406030204" pitchFamily="18" charset="0"/>
                <a:ea typeface="Cambria" panose="02040503050406030204" pitchFamily="18" charset="0"/>
                <a:cs typeface="Cambria" panose="02040503050406030204" pitchFamily="18" charset="0"/>
              </a:rPr>
              <a:t>Our Scope of Products &amp; Services</a:t>
            </a:r>
            <a:endParaRPr lang="en-IN" sz="1800" b="1" dirty="0">
              <a:solidFill>
                <a:schemeClr val="accent3"/>
              </a:solidFill>
              <a:effectLst/>
              <a:latin typeface="Cambria" panose="02040503050406030204" pitchFamily="18" charset="0"/>
              <a:ea typeface="Cambria" panose="02040503050406030204" pitchFamily="18" charset="0"/>
              <a:cs typeface="Cambria" panose="02040503050406030204" pitchFamily="18"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Cleanroom Project Design and execution </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Cleanroom Wall partitions &amp; Ceiling partitions </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Doors (</a:t>
            </a:r>
            <a:r>
              <a:rPr lang="en-IN" sz="1500" b="1" dirty="0">
                <a:solidFill>
                  <a:schemeClr val="bg1"/>
                </a:solidFill>
                <a:uFill>
                  <a:solidFill>
                    <a:srgbClr val="000000"/>
                  </a:solidFill>
                </a:uFill>
                <a:latin typeface="Cambria" panose="02040503050406030204" pitchFamily="18" charset="0"/>
                <a:ea typeface="Cambria" panose="02040503050406030204" pitchFamily="18" charset="0"/>
                <a:cs typeface="Arial" panose="020B0604020202020204" pitchFamily="34" charset="0"/>
              </a:rPr>
              <a:t>Scientific metallic</a:t>
            </a: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 Doors &amp; </a:t>
            </a:r>
            <a:r>
              <a:rPr lang="en-IN" sz="1500" b="1" dirty="0">
                <a:solidFill>
                  <a:schemeClr val="bg1"/>
                </a:solidFill>
                <a:uFill>
                  <a:solidFill>
                    <a:srgbClr val="000000"/>
                  </a:solidFill>
                </a:uFill>
                <a:latin typeface="Cambria" panose="02040503050406030204" pitchFamily="18" charset="0"/>
                <a:ea typeface="Cambria" panose="02040503050406030204" pitchFamily="18" charset="0"/>
                <a:cs typeface="Arial" panose="020B0604020202020204" pitchFamily="34" charset="0"/>
              </a:rPr>
              <a:t>Metal with wood finished</a:t>
            </a: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 Doors)</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Pass Boxes (Static &amp; Dynamic)</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Laminar Air Flow Systems </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Unit Dust Collectors </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Air Handling Units ( FLP &amp; Non FLP )</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330"/>
              </a:spcAft>
              <a:buClr>
                <a:srgbClr val="000000"/>
              </a:buClr>
              <a:buSzPts val="1400"/>
              <a:buFont typeface="Arial" panose="020B0604020202020204" pitchFamily="34" charset="0"/>
              <a:buChar char="•"/>
            </a:pPr>
            <a:r>
              <a:rPr lang="en-IN" sz="1500" b="1" u="none" strike="noStrike" dirty="0" err="1">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Hepa</a:t>
            </a: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 Filters </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Pre &amp; Fine Filters </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Vinyl &amp; Epoxy Flooring</a:t>
            </a:r>
            <a:endParaRPr lang="en-IN" sz="1500"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endParaRPr>
          </a:p>
          <a:p>
            <a:pPr marL="342900" marR="44450" lvl="0" indent="-342900" algn="l" fontAlgn="base">
              <a:lnSpc>
                <a:spcPct val="103000"/>
              </a:lnSpc>
              <a:spcAft>
                <a:spcPts val="65"/>
              </a:spcAft>
              <a:buClr>
                <a:srgbClr val="000000"/>
              </a:buClr>
              <a:buSzPts val="1400"/>
              <a:buFont typeface="Arial" panose="020B0604020202020204" pitchFamily="34" charset="0"/>
              <a:buChar char="•"/>
            </a:pPr>
            <a:r>
              <a:rPr lang="en-IN" sz="1500" b="1" u="none" strike="noStrike" dirty="0">
                <a:solidFill>
                  <a:schemeClr val="bg1"/>
                </a:solidFill>
                <a:effectLst/>
                <a:uFill>
                  <a:solidFill>
                    <a:srgbClr val="000000"/>
                  </a:solidFill>
                </a:uFill>
                <a:latin typeface="Cambria" panose="02040503050406030204" pitchFamily="18" charset="0"/>
                <a:ea typeface="Cambria" panose="02040503050406030204" pitchFamily="18" charset="0"/>
                <a:cs typeface="Arial" panose="020B0604020202020204" pitchFamily="34" charset="0"/>
              </a:rPr>
              <a:t>Isolation Chambers </a:t>
            </a:r>
          </a:p>
          <a:p>
            <a:pPr marL="342900" marR="44450" lvl="0" indent="-342900" algn="l" fontAlgn="base">
              <a:lnSpc>
                <a:spcPct val="103000"/>
              </a:lnSpc>
              <a:spcAft>
                <a:spcPts val="65"/>
              </a:spcAft>
              <a:buClr>
                <a:srgbClr val="000000"/>
              </a:buClr>
              <a:buSzPts val="1400"/>
              <a:buFont typeface="Arial" panose="020B0604020202020204" pitchFamily="34" charset="0"/>
              <a:buChar char="•"/>
            </a:pPr>
            <a:endParaRPr lang="en-IN" sz="1500"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86891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441F7C-7340-9491-715A-E043F8CD07E0}"/>
              </a:ext>
            </a:extLst>
          </p:cNvPr>
          <p:cNvSpPr>
            <a:spLocks noGrp="1"/>
          </p:cNvSpPr>
          <p:nvPr>
            <p:ph type="body" idx="1"/>
          </p:nvPr>
        </p:nvSpPr>
        <p:spPr>
          <a:xfrm>
            <a:off x="1052713" y="1060397"/>
            <a:ext cx="7499616" cy="3849699"/>
          </a:xfrm>
        </p:spPr>
        <p:txBody>
          <a:bodyPr/>
          <a:lstStyle/>
          <a:p>
            <a:r>
              <a:rPr lang="en-IN" dirty="0"/>
              <a:t>ESD Flooring.</a:t>
            </a:r>
          </a:p>
          <a:p>
            <a:r>
              <a:rPr lang="en-IN" dirty="0"/>
              <a:t>Floor self levelling.</a:t>
            </a:r>
          </a:p>
          <a:p>
            <a:r>
              <a:rPr lang="en-IN" dirty="0"/>
              <a:t>Air shower.</a:t>
            </a:r>
          </a:p>
          <a:p>
            <a:r>
              <a:rPr lang="en-IN" dirty="0" err="1"/>
              <a:t>Passbox</a:t>
            </a:r>
            <a:r>
              <a:rPr lang="en-IN" dirty="0"/>
              <a:t> for material entry.</a:t>
            </a:r>
          </a:p>
          <a:p>
            <a:r>
              <a:rPr lang="en-IN" dirty="0"/>
              <a:t>Electrical for factory set up.</a:t>
            </a:r>
          </a:p>
          <a:p>
            <a:r>
              <a:rPr lang="en-IN" dirty="0"/>
              <a:t>False ceiling.</a:t>
            </a:r>
          </a:p>
          <a:p>
            <a:r>
              <a:rPr lang="en-IN" dirty="0"/>
              <a:t>Isolation Transformers.</a:t>
            </a:r>
          </a:p>
          <a:p>
            <a:r>
              <a:rPr lang="en-IN" dirty="0"/>
              <a:t>Complete classified  Cleanroom Technologies.</a:t>
            </a:r>
          </a:p>
          <a:p>
            <a:r>
              <a:rPr lang="en-IN" dirty="0"/>
              <a:t>Re flow oven ( 4-10) Zone with N2.</a:t>
            </a:r>
          </a:p>
          <a:p>
            <a:r>
              <a:rPr lang="en-IN" dirty="0"/>
              <a:t>Necessary conveyors.</a:t>
            </a:r>
          </a:p>
          <a:p>
            <a:r>
              <a:rPr lang="en-IN" dirty="0"/>
              <a:t>ESD Furniture(Tables)</a:t>
            </a:r>
          </a:p>
          <a:p>
            <a:r>
              <a:rPr lang="en-IN" dirty="0"/>
              <a:t>Baking Oven</a:t>
            </a:r>
          </a:p>
          <a:p>
            <a:r>
              <a:rPr lang="en-IN" dirty="0"/>
              <a:t>Dehumidifier Cabinet.</a:t>
            </a:r>
          </a:p>
          <a:p>
            <a:endParaRPr lang="en-IN" dirty="0"/>
          </a:p>
          <a:p>
            <a:endParaRPr lang="en-IN" dirty="0"/>
          </a:p>
          <a:p>
            <a:endParaRPr lang="en-IN" dirty="0"/>
          </a:p>
          <a:p>
            <a:endParaRPr lang="en-IN" dirty="0"/>
          </a:p>
        </p:txBody>
      </p:sp>
      <p:sp>
        <p:nvSpPr>
          <p:cNvPr id="4" name="Title 3">
            <a:extLst>
              <a:ext uri="{FF2B5EF4-FFF2-40B4-BE49-F238E27FC236}">
                <a16:creationId xmlns:a16="http://schemas.microsoft.com/office/drawing/2014/main" id="{37E8E1D9-1671-AC0D-1E9A-B94B2ED2D4E0}"/>
              </a:ext>
            </a:extLst>
          </p:cNvPr>
          <p:cNvSpPr>
            <a:spLocks noGrp="1"/>
          </p:cNvSpPr>
          <p:nvPr>
            <p:ph type="title"/>
          </p:nvPr>
        </p:nvSpPr>
        <p:spPr/>
        <p:txBody>
          <a:bodyPr/>
          <a:lstStyle/>
          <a:p>
            <a:r>
              <a:rPr lang="en-IN" dirty="0"/>
              <a:t>SCOPE OF ELECTRONICS</a:t>
            </a:r>
          </a:p>
        </p:txBody>
      </p:sp>
    </p:spTree>
    <p:extLst>
      <p:ext uri="{BB962C8B-B14F-4D97-AF65-F5344CB8AC3E}">
        <p14:creationId xmlns:p14="http://schemas.microsoft.com/office/powerpoint/2010/main" val="270184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4C29EE-B32D-5452-A36B-BF5D8642930B}"/>
              </a:ext>
            </a:extLst>
          </p:cNvPr>
          <p:cNvSpPr>
            <a:spLocks noGrp="1"/>
          </p:cNvSpPr>
          <p:nvPr>
            <p:ph type="body" idx="1"/>
          </p:nvPr>
        </p:nvSpPr>
        <p:spPr>
          <a:xfrm>
            <a:off x="1063924" y="1321654"/>
            <a:ext cx="7234831" cy="3090146"/>
          </a:xfrm>
        </p:spPr>
        <p:txBody>
          <a:bodyPr/>
          <a:lstStyle/>
          <a:p>
            <a:r>
              <a:rPr lang="en-IN" dirty="0"/>
              <a:t>	Civil &amp; Interiors – Drawings and BOQ</a:t>
            </a:r>
          </a:p>
          <a:p>
            <a:r>
              <a:rPr lang="en-IN" dirty="0"/>
              <a:t>	Electrical – BOQ, SLDs, UPS &amp; Battery Room layouts, Panel/Circuit layouts, Lighting &amp; Power layouts, Raceway details</a:t>
            </a:r>
          </a:p>
          <a:p>
            <a:r>
              <a:rPr lang="en-IN" dirty="0"/>
              <a:t>	HVAC – BOQ, duct layouts, system drawings</a:t>
            </a:r>
          </a:p>
          <a:p>
            <a:r>
              <a:rPr lang="en-IN" dirty="0"/>
              <a:t>	ELV – Access Control, Fire Alarm &amp; Public Address, CCTV, WLD, Fire Extinguishers with drawings.</a:t>
            </a:r>
          </a:p>
          <a:p>
            <a:r>
              <a:rPr lang="en-US" dirty="0"/>
              <a:t>Flap Barrier with face recognition &amp; RFID including ESD kit</a:t>
            </a:r>
            <a:endParaRPr lang="en-IN" dirty="0"/>
          </a:p>
        </p:txBody>
      </p:sp>
    </p:spTree>
    <p:extLst>
      <p:ext uri="{BB962C8B-B14F-4D97-AF65-F5344CB8AC3E}">
        <p14:creationId xmlns:p14="http://schemas.microsoft.com/office/powerpoint/2010/main" val="3008529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D1B213-23A2-CFFD-19EE-899096071D08}"/>
              </a:ext>
            </a:extLst>
          </p:cNvPr>
          <p:cNvSpPr>
            <a:spLocks noGrp="1"/>
          </p:cNvSpPr>
          <p:nvPr>
            <p:ph type="body" idx="1"/>
          </p:nvPr>
        </p:nvSpPr>
        <p:spPr>
          <a:xfrm>
            <a:off x="611884" y="1073580"/>
            <a:ext cx="7594467" cy="2839743"/>
          </a:xfrm>
        </p:spPr>
        <p:txBody>
          <a:bodyPr/>
          <a:lstStyle/>
          <a:p>
            <a:r>
              <a:rPr lang="en-US" b="0" i="0" dirty="0">
                <a:solidFill>
                  <a:schemeClr val="bg1"/>
                </a:solidFill>
                <a:effectLst/>
                <a:latin typeface="Hammersmith One" panose="02010703030501060504" pitchFamily="2" charset="0"/>
              </a:rPr>
              <a:t>Have a very good pharma and biotech companies contacts in Hyderabad.</a:t>
            </a:r>
          </a:p>
          <a:p>
            <a:r>
              <a:rPr lang="en-US" dirty="0">
                <a:solidFill>
                  <a:schemeClr val="bg1"/>
                </a:solidFill>
                <a:latin typeface="Hammersmith One" panose="02010703030501060504" pitchFamily="2" charset="0"/>
              </a:rPr>
              <a:t>Well experienced in project management and business development.</a:t>
            </a:r>
          </a:p>
          <a:p>
            <a:r>
              <a:rPr lang="en-US" b="0" i="0" dirty="0">
                <a:solidFill>
                  <a:schemeClr val="bg1"/>
                </a:solidFill>
                <a:effectLst/>
                <a:latin typeface="Hammersmith One" panose="02010703030501060504" pitchFamily="2" charset="0"/>
              </a:rPr>
              <a:t>Developed and Executed many of major pharma projects within 15+years.</a:t>
            </a:r>
          </a:p>
          <a:p>
            <a:r>
              <a:rPr lang="en-US" b="0" i="0" dirty="0">
                <a:solidFill>
                  <a:schemeClr val="bg1"/>
                </a:solidFill>
                <a:effectLst/>
                <a:latin typeface="Hammersmith One" panose="02010703030501060504" pitchFamily="2" charset="0"/>
              </a:rPr>
              <a:t>Know how to use the art of </a:t>
            </a:r>
            <a:r>
              <a:rPr lang="en-US" b="1" i="0" dirty="0">
                <a:solidFill>
                  <a:schemeClr val="bg1"/>
                </a:solidFill>
                <a:effectLst/>
                <a:latin typeface="Hammersmith One" panose="02010703030501060504" pitchFamily="2" charset="0"/>
              </a:rPr>
              <a:t>pressure </a:t>
            </a:r>
            <a:r>
              <a:rPr lang="en-US" b="0" i="0" dirty="0">
                <a:solidFill>
                  <a:schemeClr val="bg1"/>
                </a:solidFill>
                <a:effectLst/>
                <a:latin typeface="Hammersmith One" panose="02010703030501060504" pitchFamily="2" charset="0"/>
              </a:rPr>
              <a:t>in order to</a:t>
            </a:r>
            <a:r>
              <a:rPr lang="en-US" b="1" i="0" dirty="0">
                <a:solidFill>
                  <a:schemeClr val="bg1"/>
                </a:solidFill>
                <a:effectLst/>
                <a:latin typeface="Hammersmith One" panose="02010703030501060504" pitchFamily="2" charset="0"/>
              </a:rPr>
              <a:t> influence people.</a:t>
            </a:r>
          </a:p>
          <a:p>
            <a:r>
              <a:rPr lang="en-US" b="0" i="0" dirty="0">
                <a:solidFill>
                  <a:schemeClr val="bg1"/>
                </a:solidFill>
                <a:effectLst/>
                <a:latin typeface="Hammersmith One" panose="02010703030501060504" pitchFamily="2" charset="0"/>
              </a:rPr>
              <a:t>Understand the </a:t>
            </a:r>
            <a:r>
              <a:rPr lang="en-US" b="1" i="0" dirty="0">
                <a:solidFill>
                  <a:schemeClr val="bg1"/>
                </a:solidFill>
                <a:effectLst/>
                <a:latin typeface="Hammersmith One" panose="02010703030501060504" pitchFamily="2" charset="0"/>
              </a:rPr>
              <a:t>needs and wants of customers </a:t>
            </a:r>
            <a:r>
              <a:rPr lang="en-US" b="0" i="0" dirty="0">
                <a:solidFill>
                  <a:schemeClr val="bg1"/>
                </a:solidFill>
                <a:effectLst/>
                <a:latin typeface="Hammersmith One" panose="02010703030501060504" pitchFamily="2" charset="0"/>
              </a:rPr>
              <a:t>and how to do proper </a:t>
            </a:r>
            <a:r>
              <a:rPr lang="en-US" b="1" i="0" dirty="0">
                <a:solidFill>
                  <a:schemeClr val="bg1"/>
                </a:solidFill>
                <a:effectLst/>
                <a:latin typeface="Hammersmith One" panose="02010703030501060504" pitchFamily="2" charset="0"/>
              </a:rPr>
              <a:t>customer management.</a:t>
            </a:r>
          </a:p>
          <a:p>
            <a:endParaRPr lang="en-US" b="1" i="0" dirty="0">
              <a:solidFill>
                <a:schemeClr val="bg1"/>
              </a:solidFill>
              <a:effectLst/>
              <a:latin typeface="Hammersmith One" panose="02010703030501060504" pitchFamily="2" charset="0"/>
            </a:endParaRPr>
          </a:p>
          <a:p>
            <a:endParaRPr lang="en-IN" dirty="0">
              <a:solidFill>
                <a:schemeClr val="bg1"/>
              </a:solidFill>
              <a:latin typeface="Hammersmith One" panose="02010703030501060504" pitchFamily="2" charset="0"/>
            </a:endParaRPr>
          </a:p>
        </p:txBody>
      </p:sp>
      <p:sp>
        <p:nvSpPr>
          <p:cNvPr id="6" name="Title 5">
            <a:extLst>
              <a:ext uri="{FF2B5EF4-FFF2-40B4-BE49-F238E27FC236}">
                <a16:creationId xmlns:a16="http://schemas.microsoft.com/office/drawing/2014/main" id="{415B5522-BB49-5A02-BFB8-D59C3DCA2947}"/>
              </a:ext>
            </a:extLst>
          </p:cNvPr>
          <p:cNvSpPr>
            <a:spLocks noGrp="1"/>
          </p:cNvSpPr>
          <p:nvPr>
            <p:ph type="title" idx="4"/>
          </p:nvPr>
        </p:nvSpPr>
        <p:spPr/>
        <p:txBody>
          <a:bodyPr/>
          <a:lstStyle/>
          <a:p>
            <a:r>
              <a:rPr lang="en-IN" b="1" u="sng" dirty="0"/>
              <a:t>Part of Our Team</a:t>
            </a:r>
          </a:p>
        </p:txBody>
      </p:sp>
    </p:spTree>
    <p:extLst>
      <p:ext uri="{BB962C8B-B14F-4D97-AF65-F5344CB8AC3E}">
        <p14:creationId xmlns:p14="http://schemas.microsoft.com/office/powerpoint/2010/main" val="53270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860B9A-E627-9102-509F-2221C2863DB1}"/>
              </a:ext>
            </a:extLst>
          </p:cNvPr>
          <p:cNvSpPr>
            <a:spLocks noGrp="1"/>
          </p:cNvSpPr>
          <p:nvPr>
            <p:ph type="title" idx="4"/>
          </p:nvPr>
        </p:nvSpPr>
        <p:spPr>
          <a:xfrm>
            <a:off x="703650" y="174952"/>
            <a:ext cx="7736700" cy="572700"/>
          </a:xfrm>
        </p:spPr>
        <p:txBody>
          <a:bodyPr/>
          <a:lstStyle/>
          <a:p>
            <a:r>
              <a:rPr lang="en-IN" b="1" u="sng" dirty="0"/>
              <a:t>OUR REPUTED CLIENTS ARE</a:t>
            </a:r>
          </a:p>
        </p:txBody>
      </p:sp>
      <p:pic>
        <p:nvPicPr>
          <p:cNvPr id="8" name="Picture 7">
            <a:extLst>
              <a:ext uri="{FF2B5EF4-FFF2-40B4-BE49-F238E27FC236}">
                <a16:creationId xmlns:a16="http://schemas.microsoft.com/office/drawing/2014/main" id="{BDE29DD1-294B-BEC2-EF4E-81A11330496F}"/>
              </a:ext>
            </a:extLst>
          </p:cNvPr>
          <p:cNvPicPr>
            <a:picLocks noChangeAspect="1"/>
          </p:cNvPicPr>
          <p:nvPr/>
        </p:nvPicPr>
        <p:blipFill>
          <a:blip r:embed="rId2"/>
          <a:stretch>
            <a:fillRect/>
          </a:stretch>
        </p:blipFill>
        <p:spPr>
          <a:xfrm>
            <a:off x="600966" y="874607"/>
            <a:ext cx="1503974" cy="1047330"/>
          </a:xfrm>
          <a:prstGeom prst="rect">
            <a:avLst/>
          </a:prstGeom>
        </p:spPr>
      </p:pic>
      <p:pic>
        <p:nvPicPr>
          <p:cNvPr id="10" name="Picture 9">
            <a:extLst>
              <a:ext uri="{FF2B5EF4-FFF2-40B4-BE49-F238E27FC236}">
                <a16:creationId xmlns:a16="http://schemas.microsoft.com/office/drawing/2014/main" id="{5A0D3721-3923-7CE4-4B01-809534C87E76}"/>
              </a:ext>
            </a:extLst>
          </p:cNvPr>
          <p:cNvPicPr>
            <a:picLocks noChangeAspect="1"/>
          </p:cNvPicPr>
          <p:nvPr/>
        </p:nvPicPr>
        <p:blipFill>
          <a:blip r:embed="rId3"/>
          <a:stretch>
            <a:fillRect/>
          </a:stretch>
        </p:blipFill>
        <p:spPr>
          <a:xfrm>
            <a:off x="2749031" y="1040114"/>
            <a:ext cx="1746130" cy="898052"/>
          </a:xfrm>
          <a:prstGeom prst="rect">
            <a:avLst/>
          </a:prstGeom>
        </p:spPr>
      </p:pic>
      <p:pic>
        <p:nvPicPr>
          <p:cNvPr id="12" name="Picture 11">
            <a:extLst>
              <a:ext uri="{FF2B5EF4-FFF2-40B4-BE49-F238E27FC236}">
                <a16:creationId xmlns:a16="http://schemas.microsoft.com/office/drawing/2014/main" id="{413759FB-8A85-25F0-01F4-F63A2E67926C}"/>
              </a:ext>
            </a:extLst>
          </p:cNvPr>
          <p:cNvPicPr>
            <a:picLocks noChangeAspect="1"/>
          </p:cNvPicPr>
          <p:nvPr/>
        </p:nvPicPr>
        <p:blipFill>
          <a:blip r:embed="rId4"/>
          <a:stretch>
            <a:fillRect/>
          </a:stretch>
        </p:blipFill>
        <p:spPr>
          <a:xfrm>
            <a:off x="2792820" y="2346230"/>
            <a:ext cx="1695119" cy="1087932"/>
          </a:xfrm>
          <a:prstGeom prst="rect">
            <a:avLst/>
          </a:prstGeom>
        </p:spPr>
      </p:pic>
      <p:pic>
        <p:nvPicPr>
          <p:cNvPr id="14" name="Picture 13">
            <a:extLst>
              <a:ext uri="{FF2B5EF4-FFF2-40B4-BE49-F238E27FC236}">
                <a16:creationId xmlns:a16="http://schemas.microsoft.com/office/drawing/2014/main" id="{0A3CB118-B0A9-6827-DB61-768EDE4F1AF4}"/>
              </a:ext>
            </a:extLst>
          </p:cNvPr>
          <p:cNvPicPr>
            <a:picLocks noChangeAspect="1"/>
          </p:cNvPicPr>
          <p:nvPr/>
        </p:nvPicPr>
        <p:blipFill>
          <a:blip r:embed="rId5"/>
          <a:stretch>
            <a:fillRect/>
          </a:stretch>
        </p:blipFill>
        <p:spPr>
          <a:xfrm>
            <a:off x="600966" y="2398332"/>
            <a:ext cx="1509858" cy="1010455"/>
          </a:xfrm>
          <a:prstGeom prst="rect">
            <a:avLst/>
          </a:prstGeom>
        </p:spPr>
      </p:pic>
      <p:pic>
        <p:nvPicPr>
          <p:cNvPr id="16" name="Picture 15">
            <a:extLst>
              <a:ext uri="{FF2B5EF4-FFF2-40B4-BE49-F238E27FC236}">
                <a16:creationId xmlns:a16="http://schemas.microsoft.com/office/drawing/2014/main" id="{72266814-9752-ADB8-68E0-E32DD2C38EF6}"/>
              </a:ext>
            </a:extLst>
          </p:cNvPr>
          <p:cNvPicPr>
            <a:picLocks noChangeAspect="1"/>
          </p:cNvPicPr>
          <p:nvPr/>
        </p:nvPicPr>
        <p:blipFill>
          <a:blip r:embed="rId6"/>
          <a:stretch>
            <a:fillRect/>
          </a:stretch>
        </p:blipFill>
        <p:spPr>
          <a:xfrm>
            <a:off x="4957948" y="995641"/>
            <a:ext cx="1695121" cy="926295"/>
          </a:xfrm>
          <a:prstGeom prst="rect">
            <a:avLst/>
          </a:prstGeom>
        </p:spPr>
      </p:pic>
      <p:pic>
        <p:nvPicPr>
          <p:cNvPr id="18" name="Picture 17">
            <a:extLst>
              <a:ext uri="{FF2B5EF4-FFF2-40B4-BE49-F238E27FC236}">
                <a16:creationId xmlns:a16="http://schemas.microsoft.com/office/drawing/2014/main" id="{370CB28E-5C7E-42AA-BF9E-D741DD18EB2D}"/>
              </a:ext>
            </a:extLst>
          </p:cNvPr>
          <p:cNvPicPr>
            <a:picLocks noChangeAspect="1"/>
          </p:cNvPicPr>
          <p:nvPr/>
        </p:nvPicPr>
        <p:blipFill>
          <a:blip r:embed="rId7"/>
          <a:stretch>
            <a:fillRect/>
          </a:stretch>
        </p:blipFill>
        <p:spPr>
          <a:xfrm>
            <a:off x="4957950" y="2398332"/>
            <a:ext cx="1695119" cy="926294"/>
          </a:xfrm>
          <a:prstGeom prst="rect">
            <a:avLst/>
          </a:prstGeom>
        </p:spPr>
      </p:pic>
      <p:pic>
        <p:nvPicPr>
          <p:cNvPr id="20" name="Picture 19">
            <a:extLst>
              <a:ext uri="{FF2B5EF4-FFF2-40B4-BE49-F238E27FC236}">
                <a16:creationId xmlns:a16="http://schemas.microsoft.com/office/drawing/2014/main" id="{16B6437F-38B7-19D4-2821-D149BA8CE8F8}"/>
              </a:ext>
            </a:extLst>
          </p:cNvPr>
          <p:cNvPicPr>
            <a:picLocks noChangeAspect="1"/>
          </p:cNvPicPr>
          <p:nvPr/>
        </p:nvPicPr>
        <p:blipFill>
          <a:blip r:embed="rId8"/>
          <a:stretch>
            <a:fillRect/>
          </a:stretch>
        </p:blipFill>
        <p:spPr>
          <a:xfrm>
            <a:off x="937452" y="3715249"/>
            <a:ext cx="1467651" cy="1240953"/>
          </a:xfrm>
          <a:prstGeom prst="rect">
            <a:avLst/>
          </a:prstGeom>
        </p:spPr>
      </p:pic>
      <p:pic>
        <p:nvPicPr>
          <p:cNvPr id="22" name="Picture 21">
            <a:extLst>
              <a:ext uri="{FF2B5EF4-FFF2-40B4-BE49-F238E27FC236}">
                <a16:creationId xmlns:a16="http://schemas.microsoft.com/office/drawing/2014/main" id="{6AC21668-2F02-3D0E-EFD4-CE8371CF8554}"/>
              </a:ext>
            </a:extLst>
          </p:cNvPr>
          <p:cNvPicPr>
            <a:picLocks noChangeAspect="1"/>
          </p:cNvPicPr>
          <p:nvPr/>
        </p:nvPicPr>
        <p:blipFill>
          <a:blip r:embed="rId9"/>
          <a:stretch>
            <a:fillRect/>
          </a:stretch>
        </p:blipFill>
        <p:spPr>
          <a:xfrm>
            <a:off x="7177282" y="1001940"/>
            <a:ext cx="1818182" cy="936226"/>
          </a:xfrm>
          <a:prstGeom prst="rect">
            <a:avLst/>
          </a:prstGeom>
        </p:spPr>
      </p:pic>
      <p:pic>
        <p:nvPicPr>
          <p:cNvPr id="24" name="Picture 23">
            <a:extLst>
              <a:ext uri="{FF2B5EF4-FFF2-40B4-BE49-F238E27FC236}">
                <a16:creationId xmlns:a16="http://schemas.microsoft.com/office/drawing/2014/main" id="{CA7E4746-BD66-6A5F-442D-0B3CB3730549}"/>
              </a:ext>
            </a:extLst>
          </p:cNvPr>
          <p:cNvPicPr>
            <a:picLocks noChangeAspect="1"/>
          </p:cNvPicPr>
          <p:nvPr/>
        </p:nvPicPr>
        <p:blipFill>
          <a:blip r:embed="rId10"/>
          <a:stretch>
            <a:fillRect/>
          </a:stretch>
        </p:blipFill>
        <p:spPr>
          <a:xfrm>
            <a:off x="7116004" y="2149009"/>
            <a:ext cx="1817397" cy="1175617"/>
          </a:xfrm>
          <a:prstGeom prst="rect">
            <a:avLst/>
          </a:prstGeom>
        </p:spPr>
      </p:pic>
      <p:pic>
        <p:nvPicPr>
          <p:cNvPr id="3" name="Picture 2">
            <a:extLst>
              <a:ext uri="{FF2B5EF4-FFF2-40B4-BE49-F238E27FC236}">
                <a16:creationId xmlns:a16="http://schemas.microsoft.com/office/drawing/2014/main" id="{2AC6C1A9-C7EA-7BD4-F483-B3DD540E4DAF}"/>
              </a:ext>
            </a:extLst>
          </p:cNvPr>
          <p:cNvPicPr>
            <a:picLocks noChangeAspect="1"/>
          </p:cNvPicPr>
          <p:nvPr/>
        </p:nvPicPr>
        <p:blipFill>
          <a:blip r:embed="rId11"/>
          <a:stretch>
            <a:fillRect/>
          </a:stretch>
        </p:blipFill>
        <p:spPr>
          <a:xfrm>
            <a:off x="2792820" y="3715249"/>
            <a:ext cx="1523360" cy="1087932"/>
          </a:xfrm>
          <a:prstGeom prst="rect">
            <a:avLst/>
          </a:prstGeom>
        </p:spPr>
      </p:pic>
      <p:pic>
        <p:nvPicPr>
          <p:cNvPr id="5" name="Picture 4">
            <a:extLst>
              <a:ext uri="{FF2B5EF4-FFF2-40B4-BE49-F238E27FC236}">
                <a16:creationId xmlns:a16="http://schemas.microsoft.com/office/drawing/2014/main" id="{7A55503C-818A-8FBC-385E-C9883A671F2B}"/>
              </a:ext>
            </a:extLst>
          </p:cNvPr>
          <p:cNvPicPr>
            <a:picLocks noChangeAspect="1"/>
          </p:cNvPicPr>
          <p:nvPr/>
        </p:nvPicPr>
        <p:blipFill>
          <a:blip r:embed="rId12"/>
          <a:stretch>
            <a:fillRect/>
          </a:stretch>
        </p:blipFill>
        <p:spPr>
          <a:xfrm>
            <a:off x="4957948" y="3715249"/>
            <a:ext cx="1709593" cy="1087933"/>
          </a:xfrm>
          <a:prstGeom prst="rect">
            <a:avLst/>
          </a:prstGeom>
        </p:spPr>
      </p:pic>
      <p:pic>
        <p:nvPicPr>
          <p:cNvPr id="9" name="Picture 8">
            <a:extLst>
              <a:ext uri="{FF2B5EF4-FFF2-40B4-BE49-F238E27FC236}">
                <a16:creationId xmlns:a16="http://schemas.microsoft.com/office/drawing/2014/main" id="{F59C39D8-9A02-C641-2905-E6B77B419C92}"/>
              </a:ext>
            </a:extLst>
          </p:cNvPr>
          <p:cNvPicPr>
            <a:picLocks noChangeAspect="1"/>
          </p:cNvPicPr>
          <p:nvPr/>
        </p:nvPicPr>
        <p:blipFill>
          <a:blip r:embed="rId13"/>
          <a:stretch>
            <a:fillRect/>
          </a:stretch>
        </p:blipFill>
        <p:spPr>
          <a:xfrm>
            <a:off x="7053943" y="3737931"/>
            <a:ext cx="1941521" cy="1060942"/>
          </a:xfrm>
          <a:prstGeom prst="rect">
            <a:avLst/>
          </a:prstGeom>
        </p:spPr>
      </p:pic>
    </p:spTree>
    <p:extLst>
      <p:ext uri="{BB962C8B-B14F-4D97-AF65-F5344CB8AC3E}">
        <p14:creationId xmlns:p14="http://schemas.microsoft.com/office/powerpoint/2010/main" val="1986771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9E4123-3671-A9D3-12DB-4C09B7CD01CF}"/>
              </a:ext>
            </a:extLst>
          </p:cNvPr>
          <p:cNvPicPr>
            <a:picLocks noChangeAspect="1"/>
          </p:cNvPicPr>
          <p:nvPr/>
        </p:nvPicPr>
        <p:blipFill>
          <a:blip r:embed="rId2"/>
          <a:stretch>
            <a:fillRect/>
          </a:stretch>
        </p:blipFill>
        <p:spPr>
          <a:xfrm>
            <a:off x="3266905" y="537882"/>
            <a:ext cx="2152386" cy="918079"/>
          </a:xfrm>
          <a:prstGeom prst="rect">
            <a:avLst/>
          </a:prstGeom>
        </p:spPr>
      </p:pic>
      <p:pic>
        <p:nvPicPr>
          <p:cNvPr id="10" name="Picture 9">
            <a:extLst>
              <a:ext uri="{FF2B5EF4-FFF2-40B4-BE49-F238E27FC236}">
                <a16:creationId xmlns:a16="http://schemas.microsoft.com/office/drawing/2014/main" id="{F7624F93-37F4-4F9B-F6E1-763020621F90}"/>
              </a:ext>
            </a:extLst>
          </p:cNvPr>
          <p:cNvPicPr>
            <a:picLocks noChangeAspect="1"/>
          </p:cNvPicPr>
          <p:nvPr/>
        </p:nvPicPr>
        <p:blipFill>
          <a:blip r:embed="rId3"/>
          <a:stretch>
            <a:fillRect/>
          </a:stretch>
        </p:blipFill>
        <p:spPr>
          <a:xfrm>
            <a:off x="545567" y="543563"/>
            <a:ext cx="1921008" cy="918080"/>
          </a:xfrm>
          <a:prstGeom prst="rect">
            <a:avLst/>
          </a:prstGeom>
        </p:spPr>
      </p:pic>
      <p:pic>
        <p:nvPicPr>
          <p:cNvPr id="12" name="Picture 11">
            <a:extLst>
              <a:ext uri="{FF2B5EF4-FFF2-40B4-BE49-F238E27FC236}">
                <a16:creationId xmlns:a16="http://schemas.microsoft.com/office/drawing/2014/main" id="{19EB4414-7191-C405-83A5-5D5897AC50D5}"/>
              </a:ext>
            </a:extLst>
          </p:cNvPr>
          <p:cNvPicPr>
            <a:picLocks noChangeAspect="1"/>
          </p:cNvPicPr>
          <p:nvPr/>
        </p:nvPicPr>
        <p:blipFill>
          <a:blip r:embed="rId4"/>
          <a:stretch>
            <a:fillRect/>
          </a:stretch>
        </p:blipFill>
        <p:spPr>
          <a:xfrm>
            <a:off x="6219620" y="537882"/>
            <a:ext cx="1905000" cy="918080"/>
          </a:xfrm>
          <a:prstGeom prst="rect">
            <a:avLst/>
          </a:prstGeom>
        </p:spPr>
      </p:pic>
      <p:pic>
        <p:nvPicPr>
          <p:cNvPr id="14" name="Picture 13">
            <a:extLst>
              <a:ext uri="{FF2B5EF4-FFF2-40B4-BE49-F238E27FC236}">
                <a16:creationId xmlns:a16="http://schemas.microsoft.com/office/drawing/2014/main" id="{0FD2EE09-EFAF-A75B-DB06-1B6EBA365F17}"/>
              </a:ext>
            </a:extLst>
          </p:cNvPr>
          <p:cNvPicPr>
            <a:picLocks noChangeAspect="1"/>
          </p:cNvPicPr>
          <p:nvPr/>
        </p:nvPicPr>
        <p:blipFill>
          <a:blip r:embed="rId5"/>
          <a:stretch>
            <a:fillRect/>
          </a:stretch>
        </p:blipFill>
        <p:spPr>
          <a:xfrm>
            <a:off x="545567" y="2276399"/>
            <a:ext cx="1921008" cy="1026939"/>
          </a:xfrm>
          <a:prstGeom prst="rect">
            <a:avLst/>
          </a:prstGeom>
        </p:spPr>
      </p:pic>
      <p:pic>
        <p:nvPicPr>
          <p:cNvPr id="16" name="Picture 15">
            <a:extLst>
              <a:ext uri="{FF2B5EF4-FFF2-40B4-BE49-F238E27FC236}">
                <a16:creationId xmlns:a16="http://schemas.microsoft.com/office/drawing/2014/main" id="{45B8ED2A-767B-703D-7887-B7E8A903A12F}"/>
              </a:ext>
            </a:extLst>
          </p:cNvPr>
          <p:cNvPicPr>
            <a:picLocks noChangeAspect="1"/>
          </p:cNvPicPr>
          <p:nvPr/>
        </p:nvPicPr>
        <p:blipFill>
          <a:blip r:embed="rId6"/>
          <a:stretch>
            <a:fillRect/>
          </a:stretch>
        </p:blipFill>
        <p:spPr>
          <a:xfrm>
            <a:off x="3266904" y="2254621"/>
            <a:ext cx="2152385" cy="1026940"/>
          </a:xfrm>
          <a:prstGeom prst="rect">
            <a:avLst/>
          </a:prstGeom>
        </p:spPr>
      </p:pic>
      <p:pic>
        <p:nvPicPr>
          <p:cNvPr id="18" name="Picture 17">
            <a:extLst>
              <a:ext uri="{FF2B5EF4-FFF2-40B4-BE49-F238E27FC236}">
                <a16:creationId xmlns:a16="http://schemas.microsoft.com/office/drawing/2014/main" id="{74068F71-788C-DA6A-53B7-39A4EA9F9DD1}"/>
              </a:ext>
            </a:extLst>
          </p:cNvPr>
          <p:cNvPicPr>
            <a:picLocks noChangeAspect="1"/>
          </p:cNvPicPr>
          <p:nvPr/>
        </p:nvPicPr>
        <p:blipFill>
          <a:blip r:embed="rId7"/>
          <a:stretch>
            <a:fillRect/>
          </a:stretch>
        </p:blipFill>
        <p:spPr>
          <a:xfrm>
            <a:off x="6219618" y="2254621"/>
            <a:ext cx="1905000" cy="1052392"/>
          </a:xfrm>
          <a:prstGeom prst="rect">
            <a:avLst/>
          </a:prstGeom>
        </p:spPr>
      </p:pic>
      <p:pic>
        <p:nvPicPr>
          <p:cNvPr id="20" name="Picture 19">
            <a:extLst>
              <a:ext uri="{FF2B5EF4-FFF2-40B4-BE49-F238E27FC236}">
                <a16:creationId xmlns:a16="http://schemas.microsoft.com/office/drawing/2014/main" id="{9078FCF0-BEF9-B1BE-D214-E3BA5F106E91}"/>
              </a:ext>
            </a:extLst>
          </p:cNvPr>
          <p:cNvPicPr>
            <a:picLocks noChangeAspect="1"/>
          </p:cNvPicPr>
          <p:nvPr/>
        </p:nvPicPr>
        <p:blipFill>
          <a:blip r:embed="rId8"/>
          <a:stretch>
            <a:fillRect/>
          </a:stretch>
        </p:blipFill>
        <p:spPr>
          <a:xfrm>
            <a:off x="3266904" y="3972646"/>
            <a:ext cx="2152385" cy="968188"/>
          </a:xfrm>
          <a:prstGeom prst="rect">
            <a:avLst/>
          </a:prstGeom>
        </p:spPr>
      </p:pic>
    </p:spTree>
    <p:extLst>
      <p:ext uri="{BB962C8B-B14F-4D97-AF65-F5344CB8AC3E}">
        <p14:creationId xmlns:p14="http://schemas.microsoft.com/office/powerpoint/2010/main" val="3343065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2076;p56">
            <a:extLst>
              <a:ext uri="{FF2B5EF4-FFF2-40B4-BE49-F238E27FC236}">
                <a16:creationId xmlns:a16="http://schemas.microsoft.com/office/drawing/2014/main" id="{98F2C6DC-9A5B-349A-6D62-BB77CA63185F}"/>
              </a:ext>
            </a:extLst>
          </p:cNvPr>
          <p:cNvSpPr txBox="1">
            <a:spLocks/>
          </p:cNvSpPr>
          <p:nvPr/>
        </p:nvSpPr>
        <p:spPr>
          <a:xfrm>
            <a:off x="1840508" y="2849965"/>
            <a:ext cx="4389674" cy="70530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8B7B"/>
              </a:buClr>
              <a:buSzPts val="1800"/>
              <a:buFont typeface="Hammersmith One"/>
              <a:buNone/>
              <a:defRPr sz="2000" b="0" i="0" u="none" strike="noStrike" cap="none">
                <a:solidFill>
                  <a:schemeClr val="lt1"/>
                </a:solidFill>
                <a:latin typeface="Hammersmith One"/>
                <a:ea typeface="Hammersmith One"/>
                <a:cs typeface="Hammersmith One"/>
                <a:sym typeface="Hammersmith One"/>
              </a:defRPr>
            </a:lvl1pPr>
            <a:lvl2pPr marR="0" lvl="1"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9pPr>
          </a:lstStyle>
          <a:p>
            <a:pPr algn="ctr"/>
            <a:r>
              <a:rPr lang="en-IN" sz="3600" dirty="0">
                <a:solidFill>
                  <a:srgbClr val="FF8B7B"/>
                </a:solidFill>
                <a:latin typeface="Cambria" panose="02040503050406030204" pitchFamily="18" charset="0"/>
                <a:ea typeface="Cambria" panose="02040503050406030204" pitchFamily="18" charset="0"/>
              </a:rPr>
              <a:t>Thank You</a:t>
            </a:r>
          </a:p>
        </p:txBody>
      </p:sp>
      <p:sp>
        <p:nvSpPr>
          <p:cNvPr id="8" name="Google Shape;2195;p56">
            <a:extLst>
              <a:ext uri="{FF2B5EF4-FFF2-40B4-BE49-F238E27FC236}">
                <a16:creationId xmlns:a16="http://schemas.microsoft.com/office/drawing/2014/main" id="{1AC208EF-DB0F-57B0-899D-16543989667F}"/>
              </a:ext>
            </a:extLst>
          </p:cNvPr>
          <p:cNvSpPr/>
          <p:nvPr/>
        </p:nvSpPr>
        <p:spPr>
          <a:xfrm rot="10800000" flipH="1">
            <a:off x="1279775" y="2859877"/>
            <a:ext cx="593430" cy="59299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96;p56">
            <a:extLst>
              <a:ext uri="{FF2B5EF4-FFF2-40B4-BE49-F238E27FC236}">
                <a16:creationId xmlns:a16="http://schemas.microsoft.com/office/drawing/2014/main" id="{0EE2A759-BBE6-6435-9571-4C0543143D8C}"/>
              </a:ext>
            </a:extLst>
          </p:cNvPr>
          <p:cNvSpPr/>
          <p:nvPr/>
        </p:nvSpPr>
        <p:spPr>
          <a:xfrm rot="10800000" flipH="1">
            <a:off x="842588" y="3248032"/>
            <a:ext cx="488671" cy="489289"/>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97;p56">
            <a:extLst>
              <a:ext uri="{FF2B5EF4-FFF2-40B4-BE49-F238E27FC236}">
                <a16:creationId xmlns:a16="http://schemas.microsoft.com/office/drawing/2014/main" id="{52331A65-2E37-D5E1-D6D5-3A27B038B2AA}"/>
              </a:ext>
            </a:extLst>
          </p:cNvPr>
          <p:cNvSpPr/>
          <p:nvPr/>
        </p:nvSpPr>
        <p:spPr>
          <a:xfrm rot="10800000" flipH="1">
            <a:off x="937228" y="2530942"/>
            <a:ext cx="378098" cy="378577"/>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079;p56">
            <a:extLst>
              <a:ext uri="{FF2B5EF4-FFF2-40B4-BE49-F238E27FC236}">
                <a16:creationId xmlns:a16="http://schemas.microsoft.com/office/drawing/2014/main" id="{8DA86AEB-3A49-D20D-0A75-25BD11C4130B}"/>
              </a:ext>
            </a:extLst>
          </p:cNvPr>
          <p:cNvGrpSpPr/>
          <p:nvPr/>
        </p:nvGrpSpPr>
        <p:grpSpPr>
          <a:xfrm>
            <a:off x="5382639" y="1424817"/>
            <a:ext cx="3643789" cy="3463117"/>
            <a:chOff x="6490768" y="1080521"/>
            <a:chExt cx="3643789" cy="3463117"/>
          </a:xfrm>
        </p:grpSpPr>
        <p:sp>
          <p:nvSpPr>
            <p:cNvPr id="27" name="Google Shape;2080;p56">
              <a:extLst>
                <a:ext uri="{FF2B5EF4-FFF2-40B4-BE49-F238E27FC236}">
                  <a16:creationId xmlns:a16="http://schemas.microsoft.com/office/drawing/2014/main" id="{0B9E598F-B432-1173-E310-6AF210B31044}"/>
                </a:ext>
              </a:extLst>
            </p:cNvPr>
            <p:cNvSpPr/>
            <p:nvPr/>
          </p:nvSpPr>
          <p:spPr>
            <a:xfrm flipH="1">
              <a:off x="6490768" y="4165803"/>
              <a:ext cx="190531" cy="2444"/>
            </a:xfrm>
            <a:custGeom>
              <a:avLst/>
              <a:gdLst/>
              <a:ahLst/>
              <a:cxnLst/>
              <a:rect l="l" t="t" r="r" b="b"/>
              <a:pathLst>
                <a:path w="7874" h="101" extrusionOk="0">
                  <a:moveTo>
                    <a:pt x="1" y="1"/>
                  </a:moveTo>
                  <a:lnTo>
                    <a:pt x="1" y="101"/>
                  </a:lnTo>
                  <a:lnTo>
                    <a:pt x="7873" y="101"/>
                  </a:lnTo>
                  <a:lnTo>
                    <a:pt x="7873" y="1"/>
                  </a:lnTo>
                  <a:close/>
                </a:path>
              </a:pathLst>
            </a:custGeom>
            <a:solidFill>
              <a:srgbClr val="EBEBEB"/>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81;p56">
              <a:extLst>
                <a:ext uri="{FF2B5EF4-FFF2-40B4-BE49-F238E27FC236}">
                  <a16:creationId xmlns:a16="http://schemas.microsoft.com/office/drawing/2014/main" id="{4DCA02C7-C9C6-FDE4-9589-31FB770E610E}"/>
                </a:ext>
              </a:extLst>
            </p:cNvPr>
            <p:cNvSpPr/>
            <p:nvPr/>
          </p:nvSpPr>
          <p:spPr>
            <a:xfrm flipH="1">
              <a:off x="7632914" y="4148064"/>
              <a:ext cx="297049" cy="2444"/>
            </a:xfrm>
            <a:custGeom>
              <a:avLst/>
              <a:gdLst/>
              <a:ahLst/>
              <a:cxnLst/>
              <a:rect l="l" t="t" r="r" b="b"/>
              <a:pathLst>
                <a:path w="12276" h="101" extrusionOk="0">
                  <a:moveTo>
                    <a:pt x="0" y="0"/>
                  </a:moveTo>
                  <a:lnTo>
                    <a:pt x="0" y="100"/>
                  </a:lnTo>
                  <a:lnTo>
                    <a:pt x="12276" y="100"/>
                  </a:lnTo>
                  <a:lnTo>
                    <a:pt x="12276"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082;p56">
              <a:extLst>
                <a:ext uri="{FF2B5EF4-FFF2-40B4-BE49-F238E27FC236}">
                  <a16:creationId xmlns:a16="http://schemas.microsoft.com/office/drawing/2014/main" id="{9774747A-D01A-4175-03E4-38BAB098F9BF}"/>
                </a:ext>
              </a:extLst>
            </p:cNvPr>
            <p:cNvSpPr/>
            <p:nvPr/>
          </p:nvSpPr>
          <p:spPr>
            <a:xfrm flipH="1">
              <a:off x="6691752" y="4072173"/>
              <a:ext cx="475457" cy="2444"/>
            </a:xfrm>
            <a:custGeom>
              <a:avLst/>
              <a:gdLst/>
              <a:ahLst/>
              <a:cxnLst/>
              <a:rect l="l" t="t" r="r" b="b"/>
              <a:pathLst>
                <a:path w="19649" h="101" extrusionOk="0">
                  <a:moveTo>
                    <a:pt x="1" y="0"/>
                  </a:moveTo>
                  <a:lnTo>
                    <a:pt x="1" y="100"/>
                  </a:lnTo>
                  <a:lnTo>
                    <a:pt x="19648" y="100"/>
                  </a:lnTo>
                  <a:lnTo>
                    <a:pt x="19648" y="0"/>
                  </a:lnTo>
                  <a:close/>
                </a:path>
              </a:pathLst>
            </a:custGeom>
            <a:solidFill>
              <a:srgbClr val="EBEBEB"/>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083;p56">
              <a:extLst>
                <a:ext uri="{FF2B5EF4-FFF2-40B4-BE49-F238E27FC236}">
                  <a16:creationId xmlns:a16="http://schemas.microsoft.com/office/drawing/2014/main" id="{0527ECA0-6513-9484-39E5-81DBDFF05DBA}"/>
                </a:ext>
              </a:extLst>
            </p:cNvPr>
            <p:cNvSpPr/>
            <p:nvPr/>
          </p:nvSpPr>
          <p:spPr>
            <a:xfrm flipH="1">
              <a:off x="8615211" y="4131899"/>
              <a:ext cx="545678" cy="2444"/>
            </a:xfrm>
            <a:custGeom>
              <a:avLst/>
              <a:gdLst/>
              <a:ahLst/>
              <a:cxnLst/>
              <a:rect l="l" t="t" r="r" b="b"/>
              <a:pathLst>
                <a:path w="22551" h="101" extrusionOk="0">
                  <a:moveTo>
                    <a:pt x="1" y="1"/>
                  </a:moveTo>
                  <a:lnTo>
                    <a:pt x="1" y="101"/>
                  </a:lnTo>
                  <a:lnTo>
                    <a:pt x="22550" y="101"/>
                  </a:lnTo>
                  <a:lnTo>
                    <a:pt x="22550"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084;p56">
              <a:extLst>
                <a:ext uri="{FF2B5EF4-FFF2-40B4-BE49-F238E27FC236}">
                  <a16:creationId xmlns:a16="http://schemas.microsoft.com/office/drawing/2014/main" id="{1ED6302C-BBA2-47E2-F21C-8372C683EB56}"/>
                </a:ext>
              </a:extLst>
            </p:cNvPr>
            <p:cNvSpPr/>
            <p:nvPr/>
          </p:nvSpPr>
          <p:spPr>
            <a:xfrm flipH="1">
              <a:off x="6490768" y="4165803"/>
              <a:ext cx="190531" cy="2444"/>
            </a:xfrm>
            <a:custGeom>
              <a:avLst/>
              <a:gdLst/>
              <a:ahLst/>
              <a:cxnLst/>
              <a:rect l="l" t="t" r="r" b="b"/>
              <a:pathLst>
                <a:path w="7874" h="101" extrusionOk="0">
                  <a:moveTo>
                    <a:pt x="1" y="1"/>
                  </a:moveTo>
                  <a:lnTo>
                    <a:pt x="1" y="101"/>
                  </a:lnTo>
                  <a:lnTo>
                    <a:pt x="7873" y="101"/>
                  </a:lnTo>
                  <a:lnTo>
                    <a:pt x="7873" y="1"/>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085;p56">
              <a:extLst>
                <a:ext uri="{FF2B5EF4-FFF2-40B4-BE49-F238E27FC236}">
                  <a16:creationId xmlns:a16="http://schemas.microsoft.com/office/drawing/2014/main" id="{DC6EBD9E-0005-E1FF-F862-CBFC960485DF}"/>
                </a:ext>
              </a:extLst>
            </p:cNvPr>
            <p:cNvSpPr/>
            <p:nvPr/>
          </p:nvSpPr>
          <p:spPr>
            <a:xfrm flipH="1">
              <a:off x="7632914" y="4148064"/>
              <a:ext cx="297049" cy="2444"/>
            </a:xfrm>
            <a:custGeom>
              <a:avLst/>
              <a:gdLst/>
              <a:ahLst/>
              <a:cxnLst/>
              <a:rect l="l" t="t" r="r" b="b"/>
              <a:pathLst>
                <a:path w="12276" h="101" extrusionOk="0">
                  <a:moveTo>
                    <a:pt x="0" y="0"/>
                  </a:moveTo>
                  <a:lnTo>
                    <a:pt x="0" y="100"/>
                  </a:lnTo>
                  <a:lnTo>
                    <a:pt x="12276" y="100"/>
                  </a:lnTo>
                  <a:lnTo>
                    <a:pt x="12276"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086;p56">
              <a:extLst>
                <a:ext uri="{FF2B5EF4-FFF2-40B4-BE49-F238E27FC236}">
                  <a16:creationId xmlns:a16="http://schemas.microsoft.com/office/drawing/2014/main" id="{DEEE03F1-644B-6152-8D5A-2FE5F96710C5}"/>
                </a:ext>
              </a:extLst>
            </p:cNvPr>
            <p:cNvSpPr/>
            <p:nvPr/>
          </p:nvSpPr>
          <p:spPr>
            <a:xfrm flipH="1">
              <a:off x="6691752" y="4072173"/>
              <a:ext cx="475457" cy="2444"/>
            </a:xfrm>
            <a:custGeom>
              <a:avLst/>
              <a:gdLst/>
              <a:ahLst/>
              <a:cxnLst/>
              <a:rect l="l" t="t" r="r" b="b"/>
              <a:pathLst>
                <a:path w="19649" h="101" extrusionOk="0">
                  <a:moveTo>
                    <a:pt x="1" y="0"/>
                  </a:moveTo>
                  <a:lnTo>
                    <a:pt x="1" y="100"/>
                  </a:lnTo>
                  <a:lnTo>
                    <a:pt x="19648" y="100"/>
                  </a:lnTo>
                  <a:lnTo>
                    <a:pt x="19648"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087;p56">
              <a:extLst>
                <a:ext uri="{FF2B5EF4-FFF2-40B4-BE49-F238E27FC236}">
                  <a16:creationId xmlns:a16="http://schemas.microsoft.com/office/drawing/2014/main" id="{500E216A-DEF4-22BF-ECF0-CE990815ED8E}"/>
                </a:ext>
              </a:extLst>
            </p:cNvPr>
            <p:cNvSpPr/>
            <p:nvPr/>
          </p:nvSpPr>
          <p:spPr>
            <a:xfrm flipH="1">
              <a:off x="8615211" y="4131899"/>
              <a:ext cx="545678" cy="2444"/>
            </a:xfrm>
            <a:custGeom>
              <a:avLst/>
              <a:gdLst/>
              <a:ahLst/>
              <a:cxnLst/>
              <a:rect l="l" t="t" r="r" b="b"/>
              <a:pathLst>
                <a:path w="22551" h="101" extrusionOk="0">
                  <a:moveTo>
                    <a:pt x="1" y="1"/>
                  </a:moveTo>
                  <a:lnTo>
                    <a:pt x="1" y="101"/>
                  </a:lnTo>
                  <a:lnTo>
                    <a:pt x="22550" y="101"/>
                  </a:lnTo>
                  <a:lnTo>
                    <a:pt x="22550" y="1"/>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88;p56">
              <a:extLst>
                <a:ext uri="{FF2B5EF4-FFF2-40B4-BE49-F238E27FC236}">
                  <a16:creationId xmlns:a16="http://schemas.microsoft.com/office/drawing/2014/main" id="{EF116726-C560-3CCE-F119-8EFA30769AD9}"/>
                </a:ext>
              </a:extLst>
            </p:cNvPr>
            <p:cNvSpPr/>
            <p:nvPr/>
          </p:nvSpPr>
          <p:spPr>
            <a:xfrm flipH="1">
              <a:off x="7560273" y="3881671"/>
              <a:ext cx="135627" cy="135641"/>
            </a:xfrm>
            <a:custGeom>
              <a:avLst/>
              <a:gdLst/>
              <a:ahLst/>
              <a:cxnLst/>
              <a:rect l="l" t="t" r="r" b="b"/>
              <a:pathLst>
                <a:path w="5605" h="5605" extrusionOk="0">
                  <a:moveTo>
                    <a:pt x="2803" y="0"/>
                  </a:moveTo>
                  <a:cubicBezTo>
                    <a:pt x="1268" y="0"/>
                    <a:pt x="1" y="1268"/>
                    <a:pt x="1" y="2802"/>
                  </a:cubicBezTo>
                  <a:cubicBezTo>
                    <a:pt x="1" y="4370"/>
                    <a:pt x="1268" y="5604"/>
                    <a:pt x="2803" y="5604"/>
                  </a:cubicBezTo>
                  <a:cubicBezTo>
                    <a:pt x="4371" y="5604"/>
                    <a:pt x="5605" y="4370"/>
                    <a:pt x="5605" y="2802"/>
                  </a:cubicBezTo>
                  <a:cubicBezTo>
                    <a:pt x="5605" y="1268"/>
                    <a:pt x="4371" y="0"/>
                    <a:pt x="2803"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89;p56">
              <a:extLst>
                <a:ext uri="{FF2B5EF4-FFF2-40B4-BE49-F238E27FC236}">
                  <a16:creationId xmlns:a16="http://schemas.microsoft.com/office/drawing/2014/main" id="{70FFABB9-F279-9DAD-4A96-D1DF1D89E030}"/>
                </a:ext>
              </a:extLst>
            </p:cNvPr>
            <p:cNvSpPr/>
            <p:nvPr/>
          </p:nvSpPr>
          <p:spPr>
            <a:xfrm flipH="1">
              <a:off x="6802335" y="4291740"/>
              <a:ext cx="3217372" cy="251898"/>
            </a:xfrm>
            <a:custGeom>
              <a:avLst/>
              <a:gdLst/>
              <a:ahLst/>
              <a:cxnLst/>
              <a:rect l="l" t="t" r="r" b="b"/>
              <a:pathLst>
                <a:path w="132963" h="10409" extrusionOk="0">
                  <a:moveTo>
                    <a:pt x="66481" y="1"/>
                  </a:moveTo>
                  <a:cubicBezTo>
                    <a:pt x="29755" y="1"/>
                    <a:pt x="1" y="2336"/>
                    <a:pt x="1" y="5204"/>
                  </a:cubicBezTo>
                  <a:cubicBezTo>
                    <a:pt x="1" y="8073"/>
                    <a:pt x="29755" y="10408"/>
                    <a:pt x="66481" y="10408"/>
                  </a:cubicBezTo>
                  <a:cubicBezTo>
                    <a:pt x="103208" y="10408"/>
                    <a:pt x="132962" y="8073"/>
                    <a:pt x="132962" y="5204"/>
                  </a:cubicBezTo>
                  <a:cubicBezTo>
                    <a:pt x="132962" y="2336"/>
                    <a:pt x="103208" y="1"/>
                    <a:pt x="66481"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90;p56">
              <a:extLst>
                <a:ext uri="{FF2B5EF4-FFF2-40B4-BE49-F238E27FC236}">
                  <a16:creationId xmlns:a16="http://schemas.microsoft.com/office/drawing/2014/main" id="{6115363D-C426-1020-B4E9-6AED3BFF437F}"/>
                </a:ext>
              </a:extLst>
            </p:cNvPr>
            <p:cNvSpPr/>
            <p:nvPr/>
          </p:nvSpPr>
          <p:spPr>
            <a:xfrm flipH="1">
              <a:off x="6842486" y="1346512"/>
              <a:ext cx="3292070" cy="2020966"/>
            </a:xfrm>
            <a:custGeom>
              <a:avLst/>
              <a:gdLst/>
              <a:ahLst/>
              <a:cxnLst/>
              <a:rect l="l" t="t" r="r" b="b"/>
              <a:pathLst>
                <a:path w="136050" h="83511" extrusionOk="0">
                  <a:moveTo>
                    <a:pt x="133809" y="0"/>
                  </a:moveTo>
                  <a:cubicBezTo>
                    <a:pt x="133663" y="0"/>
                    <a:pt x="133514" y="17"/>
                    <a:pt x="133363" y="51"/>
                  </a:cubicBezTo>
                  <a:lnTo>
                    <a:pt x="104242" y="6789"/>
                  </a:lnTo>
                  <a:cubicBezTo>
                    <a:pt x="102774" y="7123"/>
                    <a:pt x="102240" y="8924"/>
                    <a:pt x="103274" y="10025"/>
                  </a:cubicBezTo>
                  <a:lnTo>
                    <a:pt x="107844" y="14762"/>
                  </a:lnTo>
                  <a:cubicBezTo>
                    <a:pt x="108578" y="15529"/>
                    <a:pt x="108545" y="16796"/>
                    <a:pt x="107744" y="17530"/>
                  </a:cubicBezTo>
                  <a:lnTo>
                    <a:pt x="77289" y="45150"/>
                  </a:lnTo>
                  <a:cubicBezTo>
                    <a:pt x="76930" y="45492"/>
                    <a:pt x="76474" y="45659"/>
                    <a:pt x="76016" y="45659"/>
                  </a:cubicBezTo>
                  <a:cubicBezTo>
                    <a:pt x="75581" y="45659"/>
                    <a:pt x="75145" y="45509"/>
                    <a:pt x="74787" y="45217"/>
                  </a:cubicBezTo>
                  <a:lnTo>
                    <a:pt x="50370" y="24902"/>
                  </a:lnTo>
                  <a:cubicBezTo>
                    <a:pt x="50013" y="24594"/>
                    <a:pt x="49576" y="24443"/>
                    <a:pt x="49142" y="24443"/>
                  </a:cubicBezTo>
                  <a:cubicBezTo>
                    <a:pt x="48684" y="24443"/>
                    <a:pt x="48228" y="24610"/>
                    <a:pt x="47868" y="24936"/>
                  </a:cubicBezTo>
                  <a:lnTo>
                    <a:pt x="2469" y="65164"/>
                  </a:lnTo>
                  <a:cubicBezTo>
                    <a:pt x="2102" y="65498"/>
                    <a:pt x="1869" y="65932"/>
                    <a:pt x="1835" y="66432"/>
                  </a:cubicBezTo>
                  <a:lnTo>
                    <a:pt x="1" y="83511"/>
                  </a:lnTo>
                  <a:lnTo>
                    <a:pt x="48135" y="40880"/>
                  </a:lnTo>
                  <a:cubicBezTo>
                    <a:pt x="48499" y="40551"/>
                    <a:pt x="48963" y="40383"/>
                    <a:pt x="49428" y="40383"/>
                  </a:cubicBezTo>
                  <a:cubicBezTo>
                    <a:pt x="49856" y="40383"/>
                    <a:pt x="50285" y="40526"/>
                    <a:pt x="50637" y="40814"/>
                  </a:cubicBezTo>
                  <a:lnTo>
                    <a:pt x="75121" y="61195"/>
                  </a:lnTo>
                  <a:cubicBezTo>
                    <a:pt x="75478" y="61487"/>
                    <a:pt x="75915" y="61637"/>
                    <a:pt x="76353" y="61637"/>
                  </a:cubicBezTo>
                  <a:cubicBezTo>
                    <a:pt x="76815" y="61637"/>
                    <a:pt x="77280" y="61471"/>
                    <a:pt x="77656" y="61128"/>
                  </a:cubicBezTo>
                  <a:lnTo>
                    <a:pt x="116217" y="26103"/>
                  </a:lnTo>
                  <a:cubicBezTo>
                    <a:pt x="116594" y="25773"/>
                    <a:pt x="117053" y="25613"/>
                    <a:pt x="117509" y="25613"/>
                  </a:cubicBezTo>
                  <a:cubicBezTo>
                    <a:pt x="118021" y="25613"/>
                    <a:pt x="118531" y="25815"/>
                    <a:pt x="118919" y="26203"/>
                  </a:cubicBezTo>
                  <a:lnTo>
                    <a:pt x="123522" y="30973"/>
                  </a:lnTo>
                  <a:cubicBezTo>
                    <a:pt x="123923" y="31387"/>
                    <a:pt x="124434" y="31580"/>
                    <a:pt x="124935" y="31580"/>
                  </a:cubicBezTo>
                  <a:cubicBezTo>
                    <a:pt x="125726" y="31580"/>
                    <a:pt x="126492" y="31097"/>
                    <a:pt x="126758" y="30239"/>
                  </a:cubicBezTo>
                  <a:lnTo>
                    <a:pt x="135631" y="2520"/>
                  </a:lnTo>
                  <a:cubicBezTo>
                    <a:pt x="136050" y="1233"/>
                    <a:pt x="135073" y="0"/>
                    <a:pt x="133809"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91;p56">
              <a:extLst>
                <a:ext uri="{FF2B5EF4-FFF2-40B4-BE49-F238E27FC236}">
                  <a16:creationId xmlns:a16="http://schemas.microsoft.com/office/drawing/2014/main" id="{AA38F6D4-512B-E151-6D88-FF8FB655056C}"/>
                </a:ext>
              </a:extLst>
            </p:cNvPr>
            <p:cNvSpPr/>
            <p:nvPr/>
          </p:nvSpPr>
          <p:spPr>
            <a:xfrm flipH="1">
              <a:off x="8098643" y="4126260"/>
              <a:ext cx="860463" cy="195367"/>
            </a:xfrm>
            <a:custGeom>
              <a:avLst/>
              <a:gdLst/>
              <a:ahLst/>
              <a:cxnLst/>
              <a:rect l="l" t="t" r="r" b="b"/>
              <a:pathLst>
                <a:path w="35560" h="8073" extrusionOk="0">
                  <a:moveTo>
                    <a:pt x="1" y="0"/>
                  </a:moveTo>
                  <a:lnTo>
                    <a:pt x="1" y="8073"/>
                  </a:lnTo>
                  <a:lnTo>
                    <a:pt x="35560" y="8073"/>
                  </a:lnTo>
                  <a:lnTo>
                    <a:pt x="35560"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92;p56">
              <a:extLst>
                <a:ext uri="{FF2B5EF4-FFF2-40B4-BE49-F238E27FC236}">
                  <a16:creationId xmlns:a16="http://schemas.microsoft.com/office/drawing/2014/main" id="{E5749C80-9BC9-0E8E-AA86-5A8E47909FDA}"/>
                </a:ext>
              </a:extLst>
            </p:cNvPr>
            <p:cNvSpPr/>
            <p:nvPr/>
          </p:nvSpPr>
          <p:spPr>
            <a:xfrm flipH="1">
              <a:off x="8850096" y="4126260"/>
              <a:ext cx="23447" cy="195367"/>
            </a:xfrm>
            <a:custGeom>
              <a:avLst/>
              <a:gdLst/>
              <a:ahLst/>
              <a:cxnLst/>
              <a:rect l="l" t="t" r="r" b="b"/>
              <a:pathLst>
                <a:path w="969" h="8073" extrusionOk="0">
                  <a:moveTo>
                    <a:pt x="1" y="0"/>
                  </a:moveTo>
                  <a:lnTo>
                    <a:pt x="1"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093;p56">
              <a:extLst>
                <a:ext uri="{FF2B5EF4-FFF2-40B4-BE49-F238E27FC236}">
                  <a16:creationId xmlns:a16="http://schemas.microsoft.com/office/drawing/2014/main" id="{EAC7F198-EB00-DEF0-2927-3D89C395139D}"/>
                </a:ext>
              </a:extLst>
            </p:cNvPr>
            <p:cNvSpPr/>
            <p:nvPr/>
          </p:nvSpPr>
          <p:spPr>
            <a:xfrm flipH="1">
              <a:off x="8730658" y="4126260"/>
              <a:ext cx="23423" cy="195367"/>
            </a:xfrm>
            <a:custGeom>
              <a:avLst/>
              <a:gdLst/>
              <a:ahLst/>
              <a:cxnLst/>
              <a:rect l="l" t="t" r="r" b="b"/>
              <a:pathLst>
                <a:path w="968" h="8073" extrusionOk="0">
                  <a:moveTo>
                    <a:pt x="1" y="0"/>
                  </a:moveTo>
                  <a:lnTo>
                    <a:pt x="1"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094;p56">
              <a:extLst>
                <a:ext uri="{FF2B5EF4-FFF2-40B4-BE49-F238E27FC236}">
                  <a16:creationId xmlns:a16="http://schemas.microsoft.com/office/drawing/2014/main" id="{DCC9B241-B337-8463-CC9C-2DAE1C1A0E17}"/>
                </a:ext>
              </a:extLst>
            </p:cNvPr>
            <p:cNvSpPr/>
            <p:nvPr/>
          </p:nvSpPr>
          <p:spPr>
            <a:xfrm flipH="1">
              <a:off x="8611195" y="4126260"/>
              <a:ext cx="23423" cy="195367"/>
            </a:xfrm>
            <a:custGeom>
              <a:avLst/>
              <a:gdLst/>
              <a:ahLst/>
              <a:cxnLst/>
              <a:rect l="l" t="t" r="r" b="b"/>
              <a:pathLst>
                <a:path w="968" h="8073" extrusionOk="0">
                  <a:moveTo>
                    <a:pt x="0" y="0"/>
                  </a:moveTo>
                  <a:lnTo>
                    <a:pt x="0" y="8073"/>
                  </a:lnTo>
                  <a:lnTo>
                    <a:pt x="968" y="8073"/>
                  </a:lnTo>
                  <a:lnTo>
                    <a:pt x="968" y="134"/>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095;p56">
              <a:extLst>
                <a:ext uri="{FF2B5EF4-FFF2-40B4-BE49-F238E27FC236}">
                  <a16:creationId xmlns:a16="http://schemas.microsoft.com/office/drawing/2014/main" id="{A5D2A9EC-DC32-5DD8-DC45-5D6A43587AF3}"/>
                </a:ext>
              </a:extLst>
            </p:cNvPr>
            <p:cNvSpPr/>
            <p:nvPr/>
          </p:nvSpPr>
          <p:spPr>
            <a:xfrm flipH="1">
              <a:off x="8491731" y="4126260"/>
              <a:ext cx="22625" cy="195367"/>
            </a:xfrm>
            <a:custGeom>
              <a:avLst/>
              <a:gdLst/>
              <a:ahLst/>
              <a:cxnLst/>
              <a:rect l="l" t="t" r="r" b="b"/>
              <a:pathLst>
                <a:path w="935" h="8073" extrusionOk="0">
                  <a:moveTo>
                    <a:pt x="1" y="0"/>
                  </a:moveTo>
                  <a:lnTo>
                    <a:pt x="1" y="8073"/>
                  </a:lnTo>
                  <a:lnTo>
                    <a:pt x="935" y="8073"/>
                  </a:lnTo>
                  <a:lnTo>
                    <a:pt x="935"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096;p56">
              <a:extLst>
                <a:ext uri="{FF2B5EF4-FFF2-40B4-BE49-F238E27FC236}">
                  <a16:creationId xmlns:a16="http://schemas.microsoft.com/office/drawing/2014/main" id="{F5B354B8-FE00-E073-8FBF-6990C2B6A7A5}"/>
                </a:ext>
              </a:extLst>
            </p:cNvPr>
            <p:cNvSpPr/>
            <p:nvPr/>
          </p:nvSpPr>
          <p:spPr>
            <a:xfrm flipH="1">
              <a:off x="8371470" y="4126260"/>
              <a:ext cx="23423" cy="195367"/>
            </a:xfrm>
            <a:custGeom>
              <a:avLst/>
              <a:gdLst/>
              <a:ahLst/>
              <a:cxnLst/>
              <a:rect l="l" t="t" r="r" b="b"/>
              <a:pathLst>
                <a:path w="968" h="8073" extrusionOk="0">
                  <a:moveTo>
                    <a:pt x="1" y="0"/>
                  </a:moveTo>
                  <a:lnTo>
                    <a:pt x="1"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097;p56">
              <a:extLst>
                <a:ext uri="{FF2B5EF4-FFF2-40B4-BE49-F238E27FC236}">
                  <a16:creationId xmlns:a16="http://schemas.microsoft.com/office/drawing/2014/main" id="{0E2BBC04-38BD-DBE1-BAD1-A6C344A62683}"/>
                </a:ext>
              </a:extLst>
            </p:cNvPr>
            <p:cNvSpPr/>
            <p:nvPr/>
          </p:nvSpPr>
          <p:spPr>
            <a:xfrm flipH="1">
              <a:off x="8252007" y="4126260"/>
              <a:ext cx="23423" cy="195367"/>
            </a:xfrm>
            <a:custGeom>
              <a:avLst/>
              <a:gdLst/>
              <a:ahLst/>
              <a:cxnLst/>
              <a:rect l="l" t="t" r="r" b="b"/>
              <a:pathLst>
                <a:path w="968" h="8073" extrusionOk="0">
                  <a:moveTo>
                    <a:pt x="0" y="0"/>
                  </a:moveTo>
                  <a:lnTo>
                    <a:pt x="0"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098;p56">
              <a:extLst>
                <a:ext uri="{FF2B5EF4-FFF2-40B4-BE49-F238E27FC236}">
                  <a16:creationId xmlns:a16="http://schemas.microsoft.com/office/drawing/2014/main" id="{7098E8FF-F2BE-48A3-8D37-5D0A37D78EB0}"/>
                </a:ext>
              </a:extLst>
            </p:cNvPr>
            <p:cNvSpPr/>
            <p:nvPr/>
          </p:nvSpPr>
          <p:spPr>
            <a:xfrm flipH="1">
              <a:off x="8131745" y="4126260"/>
              <a:ext cx="23423" cy="195367"/>
            </a:xfrm>
            <a:custGeom>
              <a:avLst/>
              <a:gdLst/>
              <a:ahLst/>
              <a:cxnLst/>
              <a:rect l="l" t="t" r="r" b="b"/>
              <a:pathLst>
                <a:path w="968" h="8073" extrusionOk="0">
                  <a:moveTo>
                    <a:pt x="1" y="0"/>
                  </a:moveTo>
                  <a:lnTo>
                    <a:pt x="1"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099;p56">
              <a:extLst>
                <a:ext uri="{FF2B5EF4-FFF2-40B4-BE49-F238E27FC236}">
                  <a16:creationId xmlns:a16="http://schemas.microsoft.com/office/drawing/2014/main" id="{E12CB375-1D54-294A-927A-C93F19AE5774}"/>
                </a:ext>
              </a:extLst>
            </p:cNvPr>
            <p:cNvSpPr/>
            <p:nvPr/>
          </p:nvSpPr>
          <p:spPr>
            <a:xfrm flipH="1">
              <a:off x="8098643" y="4126260"/>
              <a:ext cx="860463" cy="40390"/>
            </a:xfrm>
            <a:custGeom>
              <a:avLst/>
              <a:gdLst/>
              <a:ahLst/>
              <a:cxnLst/>
              <a:rect l="l" t="t" r="r" b="b"/>
              <a:pathLst>
                <a:path w="35560" h="1669" extrusionOk="0">
                  <a:moveTo>
                    <a:pt x="1" y="0"/>
                  </a:moveTo>
                  <a:lnTo>
                    <a:pt x="1" y="1668"/>
                  </a:lnTo>
                  <a:lnTo>
                    <a:pt x="35560" y="1668"/>
                  </a:lnTo>
                  <a:lnTo>
                    <a:pt x="35560"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100;p56">
              <a:extLst>
                <a:ext uri="{FF2B5EF4-FFF2-40B4-BE49-F238E27FC236}">
                  <a16:creationId xmlns:a16="http://schemas.microsoft.com/office/drawing/2014/main" id="{59AFBCA6-CD97-6190-C9B1-9903E11CAE27}"/>
                </a:ext>
              </a:extLst>
            </p:cNvPr>
            <p:cNvSpPr/>
            <p:nvPr/>
          </p:nvSpPr>
          <p:spPr>
            <a:xfrm flipH="1">
              <a:off x="7964661" y="3930894"/>
              <a:ext cx="860439" cy="195391"/>
            </a:xfrm>
            <a:custGeom>
              <a:avLst/>
              <a:gdLst/>
              <a:ahLst/>
              <a:cxnLst/>
              <a:rect l="l" t="t" r="r" b="b"/>
              <a:pathLst>
                <a:path w="35559" h="8074" extrusionOk="0">
                  <a:moveTo>
                    <a:pt x="0" y="1"/>
                  </a:moveTo>
                  <a:lnTo>
                    <a:pt x="0" y="8073"/>
                  </a:lnTo>
                  <a:lnTo>
                    <a:pt x="35559" y="8073"/>
                  </a:lnTo>
                  <a:lnTo>
                    <a:pt x="35559"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101;p56">
              <a:extLst>
                <a:ext uri="{FF2B5EF4-FFF2-40B4-BE49-F238E27FC236}">
                  <a16:creationId xmlns:a16="http://schemas.microsoft.com/office/drawing/2014/main" id="{4997CD33-0DD8-3956-F1D9-048990131571}"/>
                </a:ext>
              </a:extLst>
            </p:cNvPr>
            <p:cNvSpPr/>
            <p:nvPr/>
          </p:nvSpPr>
          <p:spPr>
            <a:xfrm flipH="1">
              <a:off x="8716115" y="3930894"/>
              <a:ext cx="23423" cy="195391"/>
            </a:xfrm>
            <a:custGeom>
              <a:avLst/>
              <a:gdLst/>
              <a:ahLst/>
              <a:cxnLst/>
              <a:rect l="l" t="t" r="r" b="b"/>
              <a:pathLst>
                <a:path w="968" h="8074" extrusionOk="0">
                  <a:moveTo>
                    <a:pt x="0" y="1"/>
                  </a:moveTo>
                  <a:lnTo>
                    <a:pt x="0" y="8073"/>
                  </a:lnTo>
                  <a:lnTo>
                    <a:pt x="967" y="8073"/>
                  </a:lnTo>
                  <a:lnTo>
                    <a:pt x="967"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102;p56">
              <a:extLst>
                <a:ext uri="{FF2B5EF4-FFF2-40B4-BE49-F238E27FC236}">
                  <a16:creationId xmlns:a16="http://schemas.microsoft.com/office/drawing/2014/main" id="{2D978BCE-2B79-45AF-7093-926411E84E10}"/>
                </a:ext>
              </a:extLst>
            </p:cNvPr>
            <p:cNvSpPr/>
            <p:nvPr/>
          </p:nvSpPr>
          <p:spPr>
            <a:xfrm flipH="1">
              <a:off x="8596652" y="3930894"/>
              <a:ext cx="23447" cy="195391"/>
            </a:xfrm>
            <a:custGeom>
              <a:avLst/>
              <a:gdLst/>
              <a:ahLst/>
              <a:cxnLst/>
              <a:rect l="l" t="t" r="r" b="b"/>
              <a:pathLst>
                <a:path w="969" h="8074" extrusionOk="0">
                  <a:moveTo>
                    <a:pt x="1" y="1"/>
                  </a:moveTo>
                  <a:lnTo>
                    <a:pt x="1" y="8073"/>
                  </a:lnTo>
                  <a:lnTo>
                    <a:pt x="968" y="8073"/>
                  </a:lnTo>
                  <a:lnTo>
                    <a:pt x="96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103;p56">
              <a:extLst>
                <a:ext uri="{FF2B5EF4-FFF2-40B4-BE49-F238E27FC236}">
                  <a16:creationId xmlns:a16="http://schemas.microsoft.com/office/drawing/2014/main" id="{CF9CCF27-8F6F-B95A-C52C-F2A11B3B0B6E}"/>
                </a:ext>
              </a:extLst>
            </p:cNvPr>
            <p:cNvSpPr/>
            <p:nvPr/>
          </p:nvSpPr>
          <p:spPr>
            <a:xfrm flipH="1">
              <a:off x="8477189" y="3930894"/>
              <a:ext cx="22625" cy="195391"/>
            </a:xfrm>
            <a:custGeom>
              <a:avLst/>
              <a:gdLst/>
              <a:ahLst/>
              <a:cxnLst/>
              <a:rect l="l" t="t" r="r" b="b"/>
              <a:pathLst>
                <a:path w="935" h="8074" extrusionOk="0">
                  <a:moveTo>
                    <a:pt x="0" y="1"/>
                  </a:moveTo>
                  <a:lnTo>
                    <a:pt x="0" y="8073"/>
                  </a:lnTo>
                  <a:lnTo>
                    <a:pt x="934" y="8073"/>
                  </a:lnTo>
                  <a:lnTo>
                    <a:pt x="934"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104;p56">
              <a:extLst>
                <a:ext uri="{FF2B5EF4-FFF2-40B4-BE49-F238E27FC236}">
                  <a16:creationId xmlns:a16="http://schemas.microsoft.com/office/drawing/2014/main" id="{CFDC8F96-06E5-C5AE-53BA-2D03D50BE288}"/>
                </a:ext>
              </a:extLst>
            </p:cNvPr>
            <p:cNvSpPr/>
            <p:nvPr/>
          </p:nvSpPr>
          <p:spPr>
            <a:xfrm flipH="1">
              <a:off x="8356927" y="3930894"/>
              <a:ext cx="23447" cy="195391"/>
            </a:xfrm>
            <a:custGeom>
              <a:avLst/>
              <a:gdLst/>
              <a:ahLst/>
              <a:cxnLst/>
              <a:rect l="l" t="t" r="r" b="b"/>
              <a:pathLst>
                <a:path w="969" h="8074" extrusionOk="0">
                  <a:moveTo>
                    <a:pt x="1" y="1"/>
                  </a:moveTo>
                  <a:lnTo>
                    <a:pt x="1"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105;p56">
              <a:extLst>
                <a:ext uri="{FF2B5EF4-FFF2-40B4-BE49-F238E27FC236}">
                  <a16:creationId xmlns:a16="http://schemas.microsoft.com/office/drawing/2014/main" id="{AA753E1D-F9E0-D3A2-EB85-BE2ED642CBEF}"/>
                </a:ext>
              </a:extLst>
            </p:cNvPr>
            <p:cNvSpPr/>
            <p:nvPr/>
          </p:nvSpPr>
          <p:spPr>
            <a:xfrm flipH="1">
              <a:off x="8237464" y="3930894"/>
              <a:ext cx="23447" cy="195391"/>
            </a:xfrm>
            <a:custGeom>
              <a:avLst/>
              <a:gdLst/>
              <a:ahLst/>
              <a:cxnLst/>
              <a:rect l="l" t="t" r="r" b="b"/>
              <a:pathLst>
                <a:path w="969" h="8074" extrusionOk="0">
                  <a:moveTo>
                    <a:pt x="1" y="1"/>
                  </a:moveTo>
                  <a:lnTo>
                    <a:pt x="1"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106;p56">
              <a:extLst>
                <a:ext uri="{FF2B5EF4-FFF2-40B4-BE49-F238E27FC236}">
                  <a16:creationId xmlns:a16="http://schemas.microsoft.com/office/drawing/2014/main" id="{A6B52070-4516-01D4-BEF7-D158DF905976}"/>
                </a:ext>
              </a:extLst>
            </p:cNvPr>
            <p:cNvSpPr/>
            <p:nvPr/>
          </p:nvSpPr>
          <p:spPr>
            <a:xfrm flipH="1">
              <a:off x="8118001" y="3930894"/>
              <a:ext cx="23447" cy="195391"/>
            </a:xfrm>
            <a:custGeom>
              <a:avLst/>
              <a:gdLst/>
              <a:ahLst/>
              <a:cxnLst/>
              <a:rect l="l" t="t" r="r" b="b"/>
              <a:pathLst>
                <a:path w="969" h="8074" extrusionOk="0">
                  <a:moveTo>
                    <a:pt x="1" y="1"/>
                  </a:moveTo>
                  <a:lnTo>
                    <a:pt x="1"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107;p56">
              <a:extLst>
                <a:ext uri="{FF2B5EF4-FFF2-40B4-BE49-F238E27FC236}">
                  <a16:creationId xmlns:a16="http://schemas.microsoft.com/office/drawing/2014/main" id="{7927C118-DF52-33AE-1864-5D23FE4FBBA8}"/>
                </a:ext>
              </a:extLst>
            </p:cNvPr>
            <p:cNvSpPr/>
            <p:nvPr/>
          </p:nvSpPr>
          <p:spPr>
            <a:xfrm flipH="1">
              <a:off x="7997739" y="3930894"/>
              <a:ext cx="23447" cy="195391"/>
            </a:xfrm>
            <a:custGeom>
              <a:avLst/>
              <a:gdLst/>
              <a:ahLst/>
              <a:cxnLst/>
              <a:rect l="l" t="t" r="r" b="b"/>
              <a:pathLst>
                <a:path w="969" h="8074" extrusionOk="0">
                  <a:moveTo>
                    <a:pt x="1" y="1"/>
                  </a:moveTo>
                  <a:lnTo>
                    <a:pt x="1"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108;p56">
              <a:extLst>
                <a:ext uri="{FF2B5EF4-FFF2-40B4-BE49-F238E27FC236}">
                  <a16:creationId xmlns:a16="http://schemas.microsoft.com/office/drawing/2014/main" id="{E74C0901-7C75-193B-940A-AB581C1A6960}"/>
                </a:ext>
              </a:extLst>
            </p:cNvPr>
            <p:cNvSpPr/>
            <p:nvPr/>
          </p:nvSpPr>
          <p:spPr>
            <a:xfrm flipH="1">
              <a:off x="7964661" y="3930894"/>
              <a:ext cx="860439" cy="40390"/>
            </a:xfrm>
            <a:custGeom>
              <a:avLst/>
              <a:gdLst/>
              <a:ahLst/>
              <a:cxnLst/>
              <a:rect l="l" t="t" r="r" b="b"/>
              <a:pathLst>
                <a:path w="35559" h="1669" extrusionOk="0">
                  <a:moveTo>
                    <a:pt x="0" y="1"/>
                  </a:moveTo>
                  <a:lnTo>
                    <a:pt x="0" y="1669"/>
                  </a:lnTo>
                  <a:lnTo>
                    <a:pt x="35559" y="1669"/>
                  </a:lnTo>
                  <a:lnTo>
                    <a:pt x="35559"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109;p56">
              <a:extLst>
                <a:ext uri="{FF2B5EF4-FFF2-40B4-BE49-F238E27FC236}">
                  <a16:creationId xmlns:a16="http://schemas.microsoft.com/office/drawing/2014/main" id="{1A0CECA1-1216-6850-2650-E898DE985499}"/>
                </a:ext>
              </a:extLst>
            </p:cNvPr>
            <p:cNvSpPr/>
            <p:nvPr/>
          </p:nvSpPr>
          <p:spPr>
            <a:xfrm flipH="1">
              <a:off x="8084100" y="3735551"/>
              <a:ext cx="860463" cy="195367"/>
            </a:xfrm>
            <a:custGeom>
              <a:avLst/>
              <a:gdLst/>
              <a:ahLst/>
              <a:cxnLst/>
              <a:rect l="l" t="t" r="r" b="b"/>
              <a:pathLst>
                <a:path w="35560" h="8073" extrusionOk="0">
                  <a:moveTo>
                    <a:pt x="0" y="0"/>
                  </a:moveTo>
                  <a:lnTo>
                    <a:pt x="0" y="8073"/>
                  </a:lnTo>
                  <a:lnTo>
                    <a:pt x="35559" y="8073"/>
                  </a:lnTo>
                  <a:lnTo>
                    <a:pt x="35559"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110;p56">
              <a:extLst>
                <a:ext uri="{FF2B5EF4-FFF2-40B4-BE49-F238E27FC236}">
                  <a16:creationId xmlns:a16="http://schemas.microsoft.com/office/drawing/2014/main" id="{98504007-2553-FB6A-2EE6-A4F2DB3E6215}"/>
                </a:ext>
              </a:extLst>
            </p:cNvPr>
            <p:cNvSpPr/>
            <p:nvPr/>
          </p:nvSpPr>
          <p:spPr>
            <a:xfrm flipH="1">
              <a:off x="8836376" y="3735551"/>
              <a:ext cx="22625" cy="195367"/>
            </a:xfrm>
            <a:custGeom>
              <a:avLst/>
              <a:gdLst/>
              <a:ahLst/>
              <a:cxnLst/>
              <a:rect l="l" t="t" r="r" b="b"/>
              <a:pathLst>
                <a:path w="935" h="8073" extrusionOk="0">
                  <a:moveTo>
                    <a:pt x="0" y="0"/>
                  </a:moveTo>
                  <a:lnTo>
                    <a:pt x="0" y="8073"/>
                  </a:lnTo>
                  <a:lnTo>
                    <a:pt x="934" y="8073"/>
                  </a:lnTo>
                  <a:lnTo>
                    <a:pt x="934"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111;p56">
              <a:extLst>
                <a:ext uri="{FF2B5EF4-FFF2-40B4-BE49-F238E27FC236}">
                  <a16:creationId xmlns:a16="http://schemas.microsoft.com/office/drawing/2014/main" id="{9FBAB02D-0510-C462-C827-6205CE33FC10}"/>
                </a:ext>
              </a:extLst>
            </p:cNvPr>
            <p:cNvSpPr/>
            <p:nvPr/>
          </p:nvSpPr>
          <p:spPr>
            <a:xfrm flipH="1">
              <a:off x="8716115" y="3735551"/>
              <a:ext cx="23423" cy="195367"/>
            </a:xfrm>
            <a:custGeom>
              <a:avLst/>
              <a:gdLst/>
              <a:ahLst/>
              <a:cxnLst/>
              <a:rect l="l" t="t" r="r" b="b"/>
              <a:pathLst>
                <a:path w="968" h="8073" extrusionOk="0">
                  <a:moveTo>
                    <a:pt x="0" y="0"/>
                  </a:moveTo>
                  <a:lnTo>
                    <a:pt x="0" y="8073"/>
                  </a:lnTo>
                  <a:lnTo>
                    <a:pt x="967" y="8073"/>
                  </a:lnTo>
                  <a:lnTo>
                    <a:pt x="967"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112;p56">
              <a:extLst>
                <a:ext uri="{FF2B5EF4-FFF2-40B4-BE49-F238E27FC236}">
                  <a16:creationId xmlns:a16="http://schemas.microsoft.com/office/drawing/2014/main" id="{204B8412-6C46-5745-1F4F-5064A86B6C5F}"/>
                </a:ext>
              </a:extLst>
            </p:cNvPr>
            <p:cNvSpPr/>
            <p:nvPr/>
          </p:nvSpPr>
          <p:spPr>
            <a:xfrm flipH="1">
              <a:off x="8596652" y="3735551"/>
              <a:ext cx="23447" cy="195367"/>
            </a:xfrm>
            <a:custGeom>
              <a:avLst/>
              <a:gdLst/>
              <a:ahLst/>
              <a:cxnLst/>
              <a:rect l="l" t="t" r="r" b="b"/>
              <a:pathLst>
                <a:path w="969" h="8073" extrusionOk="0">
                  <a:moveTo>
                    <a:pt x="1" y="0"/>
                  </a:moveTo>
                  <a:lnTo>
                    <a:pt x="1" y="8073"/>
                  </a:lnTo>
                  <a:lnTo>
                    <a:pt x="968" y="8073"/>
                  </a:lnTo>
                  <a:lnTo>
                    <a:pt x="96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113;p56">
              <a:extLst>
                <a:ext uri="{FF2B5EF4-FFF2-40B4-BE49-F238E27FC236}">
                  <a16:creationId xmlns:a16="http://schemas.microsoft.com/office/drawing/2014/main" id="{924A17E7-7476-1062-A209-64FEAD71FE4F}"/>
                </a:ext>
              </a:extLst>
            </p:cNvPr>
            <p:cNvSpPr/>
            <p:nvPr/>
          </p:nvSpPr>
          <p:spPr>
            <a:xfrm flipH="1">
              <a:off x="8477189" y="3735551"/>
              <a:ext cx="22625" cy="195367"/>
            </a:xfrm>
            <a:custGeom>
              <a:avLst/>
              <a:gdLst/>
              <a:ahLst/>
              <a:cxnLst/>
              <a:rect l="l" t="t" r="r" b="b"/>
              <a:pathLst>
                <a:path w="935" h="8073" extrusionOk="0">
                  <a:moveTo>
                    <a:pt x="0" y="0"/>
                  </a:moveTo>
                  <a:lnTo>
                    <a:pt x="0" y="8073"/>
                  </a:lnTo>
                  <a:lnTo>
                    <a:pt x="934" y="8073"/>
                  </a:lnTo>
                  <a:lnTo>
                    <a:pt x="934"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114;p56">
              <a:extLst>
                <a:ext uri="{FF2B5EF4-FFF2-40B4-BE49-F238E27FC236}">
                  <a16:creationId xmlns:a16="http://schemas.microsoft.com/office/drawing/2014/main" id="{ECF84475-6F90-11B9-644C-CA706C0D9244}"/>
                </a:ext>
              </a:extLst>
            </p:cNvPr>
            <p:cNvSpPr/>
            <p:nvPr/>
          </p:nvSpPr>
          <p:spPr>
            <a:xfrm flipH="1">
              <a:off x="8356927" y="3735551"/>
              <a:ext cx="23447" cy="195367"/>
            </a:xfrm>
            <a:custGeom>
              <a:avLst/>
              <a:gdLst/>
              <a:ahLst/>
              <a:cxnLst/>
              <a:rect l="l" t="t" r="r" b="b"/>
              <a:pathLst>
                <a:path w="969" h="8073" extrusionOk="0">
                  <a:moveTo>
                    <a:pt x="1" y="0"/>
                  </a:moveTo>
                  <a:lnTo>
                    <a:pt x="1"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115;p56">
              <a:extLst>
                <a:ext uri="{FF2B5EF4-FFF2-40B4-BE49-F238E27FC236}">
                  <a16:creationId xmlns:a16="http://schemas.microsoft.com/office/drawing/2014/main" id="{81787C5D-DC6B-ADAD-7A8B-E26DF2B558F2}"/>
                </a:ext>
              </a:extLst>
            </p:cNvPr>
            <p:cNvSpPr/>
            <p:nvPr/>
          </p:nvSpPr>
          <p:spPr>
            <a:xfrm flipH="1">
              <a:off x="8237464" y="3735551"/>
              <a:ext cx="23447" cy="195367"/>
            </a:xfrm>
            <a:custGeom>
              <a:avLst/>
              <a:gdLst/>
              <a:ahLst/>
              <a:cxnLst/>
              <a:rect l="l" t="t" r="r" b="b"/>
              <a:pathLst>
                <a:path w="969" h="8073" extrusionOk="0">
                  <a:moveTo>
                    <a:pt x="1" y="0"/>
                  </a:moveTo>
                  <a:lnTo>
                    <a:pt x="1"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116;p56">
              <a:extLst>
                <a:ext uri="{FF2B5EF4-FFF2-40B4-BE49-F238E27FC236}">
                  <a16:creationId xmlns:a16="http://schemas.microsoft.com/office/drawing/2014/main" id="{FD4663CC-CB29-FFBF-7F17-D9E0B526FCDA}"/>
                </a:ext>
              </a:extLst>
            </p:cNvPr>
            <p:cNvSpPr/>
            <p:nvPr/>
          </p:nvSpPr>
          <p:spPr>
            <a:xfrm flipH="1">
              <a:off x="8118001" y="3735551"/>
              <a:ext cx="23447" cy="195367"/>
            </a:xfrm>
            <a:custGeom>
              <a:avLst/>
              <a:gdLst/>
              <a:ahLst/>
              <a:cxnLst/>
              <a:rect l="l" t="t" r="r" b="b"/>
              <a:pathLst>
                <a:path w="969" h="8073" extrusionOk="0">
                  <a:moveTo>
                    <a:pt x="1" y="0"/>
                  </a:moveTo>
                  <a:lnTo>
                    <a:pt x="1"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117;p56">
              <a:extLst>
                <a:ext uri="{FF2B5EF4-FFF2-40B4-BE49-F238E27FC236}">
                  <a16:creationId xmlns:a16="http://schemas.microsoft.com/office/drawing/2014/main" id="{F98FA6ED-8B86-A2CB-ACD0-F612472F968A}"/>
                </a:ext>
              </a:extLst>
            </p:cNvPr>
            <p:cNvSpPr/>
            <p:nvPr/>
          </p:nvSpPr>
          <p:spPr>
            <a:xfrm flipH="1">
              <a:off x="8084100" y="3735551"/>
              <a:ext cx="860463" cy="47650"/>
            </a:xfrm>
            <a:custGeom>
              <a:avLst/>
              <a:gdLst/>
              <a:ahLst/>
              <a:cxnLst/>
              <a:rect l="l" t="t" r="r" b="b"/>
              <a:pathLst>
                <a:path w="35560" h="1969" extrusionOk="0">
                  <a:moveTo>
                    <a:pt x="0" y="0"/>
                  </a:moveTo>
                  <a:lnTo>
                    <a:pt x="0" y="1969"/>
                  </a:lnTo>
                  <a:lnTo>
                    <a:pt x="35559" y="1969"/>
                  </a:lnTo>
                  <a:lnTo>
                    <a:pt x="35559"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118;p56">
              <a:extLst>
                <a:ext uri="{FF2B5EF4-FFF2-40B4-BE49-F238E27FC236}">
                  <a16:creationId xmlns:a16="http://schemas.microsoft.com/office/drawing/2014/main" id="{B2C56280-6860-4DA6-7F6C-0D55B659B564}"/>
                </a:ext>
              </a:extLst>
            </p:cNvPr>
            <p:cNvSpPr/>
            <p:nvPr/>
          </p:nvSpPr>
          <p:spPr>
            <a:xfrm flipH="1">
              <a:off x="7964661" y="3540209"/>
              <a:ext cx="860439" cy="195367"/>
            </a:xfrm>
            <a:custGeom>
              <a:avLst/>
              <a:gdLst/>
              <a:ahLst/>
              <a:cxnLst/>
              <a:rect l="l" t="t" r="r" b="b"/>
              <a:pathLst>
                <a:path w="35559" h="8073" extrusionOk="0">
                  <a:moveTo>
                    <a:pt x="0" y="0"/>
                  </a:moveTo>
                  <a:lnTo>
                    <a:pt x="0" y="8072"/>
                  </a:lnTo>
                  <a:lnTo>
                    <a:pt x="35559" y="8072"/>
                  </a:lnTo>
                  <a:lnTo>
                    <a:pt x="35559"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119;p56">
              <a:extLst>
                <a:ext uri="{FF2B5EF4-FFF2-40B4-BE49-F238E27FC236}">
                  <a16:creationId xmlns:a16="http://schemas.microsoft.com/office/drawing/2014/main" id="{E3EAF0BE-6FA6-1A37-A6C1-029661D11F25}"/>
                </a:ext>
              </a:extLst>
            </p:cNvPr>
            <p:cNvSpPr/>
            <p:nvPr/>
          </p:nvSpPr>
          <p:spPr>
            <a:xfrm flipH="1">
              <a:off x="8716115" y="3540209"/>
              <a:ext cx="23423" cy="195367"/>
            </a:xfrm>
            <a:custGeom>
              <a:avLst/>
              <a:gdLst/>
              <a:ahLst/>
              <a:cxnLst/>
              <a:rect l="l" t="t" r="r" b="b"/>
              <a:pathLst>
                <a:path w="968" h="8073" extrusionOk="0">
                  <a:moveTo>
                    <a:pt x="0" y="0"/>
                  </a:moveTo>
                  <a:lnTo>
                    <a:pt x="0" y="8072"/>
                  </a:lnTo>
                  <a:lnTo>
                    <a:pt x="967" y="8072"/>
                  </a:lnTo>
                  <a:lnTo>
                    <a:pt x="9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120;p56">
              <a:extLst>
                <a:ext uri="{FF2B5EF4-FFF2-40B4-BE49-F238E27FC236}">
                  <a16:creationId xmlns:a16="http://schemas.microsoft.com/office/drawing/2014/main" id="{E85D5482-4259-8F91-408E-BE1C1121F3F2}"/>
                </a:ext>
              </a:extLst>
            </p:cNvPr>
            <p:cNvSpPr/>
            <p:nvPr/>
          </p:nvSpPr>
          <p:spPr>
            <a:xfrm flipH="1">
              <a:off x="8596652" y="3540209"/>
              <a:ext cx="23447" cy="195367"/>
            </a:xfrm>
            <a:custGeom>
              <a:avLst/>
              <a:gdLst/>
              <a:ahLst/>
              <a:cxnLst/>
              <a:rect l="l" t="t" r="r" b="b"/>
              <a:pathLst>
                <a:path w="969" h="8073" extrusionOk="0">
                  <a:moveTo>
                    <a:pt x="1" y="0"/>
                  </a:moveTo>
                  <a:lnTo>
                    <a:pt x="1" y="8072"/>
                  </a:lnTo>
                  <a:lnTo>
                    <a:pt x="968" y="8072"/>
                  </a:lnTo>
                  <a:lnTo>
                    <a:pt x="96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121;p56">
              <a:extLst>
                <a:ext uri="{FF2B5EF4-FFF2-40B4-BE49-F238E27FC236}">
                  <a16:creationId xmlns:a16="http://schemas.microsoft.com/office/drawing/2014/main" id="{AAB762C8-A896-D2DB-4D91-2B0F470D7B98}"/>
                </a:ext>
              </a:extLst>
            </p:cNvPr>
            <p:cNvSpPr/>
            <p:nvPr/>
          </p:nvSpPr>
          <p:spPr>
            <a:xfrm flipH="1">
              <a:off x="8477189" y="3540209"/>
              <a:ext cx="22625" cy="195367"/>
            </a:xfrm>
            <a:custGeom>
              <a:avLst/>
              <a:gdLst/>
              <a:ahLst/>
              <a:cxnLst/>
              <a:rect l="l" t="t" r="r" b="b"/>
              <a:pathLst>
                <a:path w="935" h="8073" extrusionOk="0">
                  <a:moveTo>
                    <a:pt x="0" y="0"/>
                  </a:moveTo>
                  <a:lnTo>
                    <a:pt x="0" y="8072"/>
                  </a:lnTo>
                  <a:lnTo>
                    <a:pt x="934" y="8072"/>
                  </a:lnTo>
                  <a:lnTo>
                    <a:pt x="934"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2122;p56">
              <a:extLst>
                <a:ext uri="{FF2B5EF4-FFF2-40B4-BE49-F238E27FC236}">
                  <a16:creationId xmlns:a16="http://schemas.microsoft.com/office/drawing/2014/main" id="{24A2B351-1A46-0DBB-72C4-031CE882F2E5}"/>
                </a:ext>
              </a:extLst>
            </p:cNvPr>
            <p:cNvSpPr/>
            <p:nvPr/>
          </p:nvSpPr>
          <p:spPr>
            <a:xfrm flipH="1">
              <a:off x="8356927" y="3540209"/>
              <a:ext cx="23447" cy="195367"/>
            </a:xfrm>
            <a:custGeom>
              <a:avLst/>
              <a:gdLst/>
              <a:ahLst/>
              <a:cxnLst/>
              <a:rect l="l" t="t" r="r" b="b"/>
              <a:pathLst>
                <a:path w="969" h="8073" extrusionOk="0">
                  <a:moveTo>
                    <a:pt x="1" y="0"/>
                  </a:moveTo>
                  <a:lnTo>
                    <a:pt x="1" y="8072"/>
                  </a:lnTo>
                  <a:lnTo>
                    <a:pt x="968" y="8072"/>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2123;p56">
              <a:extLst>
                <a:ext uri="{FF2B5EF4-FFF2-40B4-BE49-F238E27FC236}">
                  <a16:creationId xmlns:a16="http://schemas.microsoft.com/office/drawing/2014/main" id="{63C78FAC-A1C9-9A82-57D2-582605CD3FD7}"/>
                </a:ext>
              </a:extLst>
            </p:cNvPr>
            <p:cNvSpPr/>
            <p:nvPr/>
          </p:nvSpPr>
          <p:spPr>
            <a:xfrm flipH="1">
              <a:off x="8237464" y="3540209"/>
              <a:ext cx="23447" cy="195367"/>
            </a:xfrm>
            <a:custGeom>
              <a:avLst/>
              <a:gdLst/>
              <a:ahLst/>
              <a:cxnLst/>
              <a:rect l="l" t="t" r="r" b="b"/>
              <a:pathLst>
                <a:path w="969" h="8073" extrusionOk="0">
                  <a:moveTo>
                    <a:pt x="1" y="0"/>
                  </a:moveTo>
                  <a:lnTo>
                    <a:pt x="1" y="8072"/>
                  </a:lnTo>
                  <a:lnTo>
                    <a:pt x="968" y="8072"/>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2124;p56">
              <a:extLst>
                <a:ext uri="{FF2B5EF4-FFF2-40B4-BE49-F238E27FC236}">
                  <a16:creationId xmlns:a16="http://schemas.microsoft.com/office/drawing/2014/main" id="{8BF2FF55-5A32-7DE4-36CC-8D4E822D10BF}"/>
                </a:ext>
              </a:extLst>
            </p:cNvPr>
            <p:cNvSpPr/>
            <p:nvPr/>
          </p:nvSpPr>
          <p:spPr>
            <a:xfrm flipH="1">
              <a:off x="8118001" y="3540209"/>
              <a:ext cx="22625" cy="195367"/>
            </a:xfrm>
            <a:custGeom>
              <a:avLst/>
              <a:gdLst/>
              <a:ahLst/>
              <a:cxnLst/>
              <a:rect l="l" t="t" r="r" b="b"/>
              <a:pathLst>
                <a:path w="935" h="8073" extrusionOk="0">
                  <a:moveTo>
                    <a:pt x="0" y="0"/>
                  </a:moveTo>
                  <a:lnTo>
                    <a:pt x="0" y="8072"/>
                  </a:lnTo>
                  <a:lnTo>
                    <a:pt x="934" y="8072"/>
                  </a:lnTo>
                  <a:lnTo>
                    <a:pt x="934" y="133"/>
                  </a:lnTo>
                  <a:lnTo>
                    <a:pt x="0"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2125;p56">
              <a:extLst>
                <a:ext uri="{FF2B5EF4-FFF2-40B4-BE49-F238E27FC236}">
                  <a16:creationId xmlns:a16="http://schemas.microsoft.com/office/drawing/2014/main" id="{CA90A305-D3F9-D427-541D-FAC0AF44FD14}"/>
                </a:ext>
              </a:extLst>
            </p:cNvPr>
            <p:cNvSpPr/>
            <p:nvPr/>
          </p:nvSpPr>
          <p:spPr>
            <a:xfrm flipH="1">
              <a:off x="7997739" y="3540209"/>
              <a:ext cx="23447" cy="195367"/>
            </a:xfrm>
            <a:custGeom>
              <a:avLst/>
              <a:gdLst/>
              <a:ahLst/>
              <a:cxnLst/>
              <a:rect l="l" t="t" r="r" b="b"/>
              <a:pathLst>
                <a:path w="969" h="8073" extrusionOk="0">
                  <a:moveTo>
                    <a:pt x="1" y="0"/>
                  </a:moveTo>
                  <a:lnTo>
                    <a:pt x="1" y="8072"/>
                  </a:lnTo>
                  <a:lnTo>
                    <a:pt x="968" y="8072"/>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2126;p56">
              <a:extLst>
                <a:ext uri="{FF2B5EF4-FFF2-40B4-BE49-F238E27FC236}">
                  <a16:creationId xmlns:a16="http://schemas.microsoft.com/office/drawing/2014/main" id="{8027112B-3EA1-5095-A97A-D0A3CA1730E7}"/>
                </a:ext>
              </a:extLst>
            </p:cNvPr>
            <p:cNvSpPr/>
            <p:nvPr/>
          </p:nvSpPr>
          <p:spPr>
            <a:xfrm flipH="1">
              <a:off x="7964661" y="3540209"/>
              <a:ext cx="860439" cy="40366"/>
            </a:xfrm>
            <a:custGeom>
              <a:avLst/>
              <a:gdLst/>
              <a:ahLst/>
              <a:cxnLst/>
              <a:rect l="l" t="t" r="r" b="b"/>
              <a:pathLst>
                <a:path w="35559" h="1668" extrusionOk="0">
                  <a:moveTo>
                    <a:pt x="0" y="0"/>
                  </a:moveTo>
                  <a:lnTo>
                    <a:pt x="0" y="1668"/>
                  </a:lnTo>
                  <a:lnTo>
                    <a:pt x="35559" y="1668"/>
                  </a:lnTo>
                  <a:lnTo>
                    <a:pt x="35559"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2127;p56">
              <a:extLst>
                <a:ext uri="{FF2B5EF4-FFF2-40B4-BE49-F238E27FC236}">
                  <a16:creationId xmlns:a16="http://schemas.microsoft.com/office/drawing/2014/main" id="{78F4362C-A6B0-B495-E7A3-3A53401EA2AF}"/>
                </a:ext>
              </a:extLst>
            </p:cNvPr>
            <p:cNvSpPr/>
            <p:nvPr/>
          </p:nvSpPr>
          <p:spPr>
            <a:xfrm flipH="1">
              <a:off x="7926720" y="3344842"/>
              <a:ext cx="860463" cy="195391"/>
            </a:xfrm>
            <a:custGeom>
              <a:avLst/>
              <a:gdLst/>
              <a:ahLst/>
              <a:cxnLst/>
              <a:rect l="l" t="t" r="r" b="b"/>
              <a:pathLst>
                <a:path w="35560" h="8074" extrusionOk="0">
                  <a:moveTo>
                    <a:pt x="1" y="1"/>
                  </a:moveTo>
                  <a:lnTo>
                    <a:pt x="1" y="8073"/>
                  </a:lnTo>
                  <a:lnTo>
                    <a:pt x="35560" y="8073"/>
                  </a:lnTo>
                  <a:lnTo>
                    <a:pt x="35560"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2128;p56">
              <a:extLst>
                <a:ext uri="{FF2B5EF4-FFF2-40B4-BE49-F238E27FC236}">
                  <a16:creationId xmlns:a16="http://schemas.microsoft.com/office/drawing/2014/main" id="{3931B0AB-ED35-B38D-5A9A-8D0CF4533DBF}"/>
                </a:ext>
              </a:extLst>
            </p:cNvPr>
            <p:cNvSpPr/>
            <p:nvPr/>
          </p:nvSpPr>
          <p:spPr>
            <a:xfrm flipH="1">
              <a:off x="8678173" y="3344842"/>
              <a:ext cx="23447" cy="195391"/>
            </a:xfrm>
            <a:custGeom>
              <a:avLst/>
              <a:gdLst/>
              <a:ahLst/>
              <a:cxnLst/>
              <a:rect l="l" t="t" r="r" b="b"/>
              <a:pathLst>
                <a:path w="969" h="8074" extrusionOk="0">
                  <a:moveTo>
                    <a:pt x="1" y="1"/>
                  </a:moveTo>
                  <a:lnTo>
                    <a:pt x="1" y="8073"/>
                  </a:lnTo>
                  <a:lnTo>
                    <a:pt x="968" y="8073"/>
                  </a:lnTo>
                  <a:lnTo>
                    <a:pt x="96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2129;p56">
              <a:extLst>
                <a:ext uri="{FF2B5EF4-FFF2-40B4-BE49-F238E27FC236}">
                  <a16:creationId xmlns:a16="http://schemas.microsoft.com/office/drawing/2014/main" id="{2D681E1E-D702-851B-BD20-01DC17B05790}"/>
                </a:ext>
              </a:extLst>
            </p:cNvPr>
            <p:cNvSpPr/>
            <p:nvPr/>
          </p:nvSpPr>
          <p:spPr>
            <a:xfrm flipH="1">
              <a:off x="8558710" y="3344842"/>
              <a:ext cx="23447" cy="195391"/>
            </a:xfrm>
            <a:custGeom>
              <a:avLst/>
              <a:gdLst/>
              <a:ahLst/>
              <a:cxnLst/>
              <a:rect l="l" t="t" r="r" b="b"/>
              <a:pathLst>
                <a:path w="969" h="8074" extrusionOk="0">
                  <a:moveTo>
                    <a:pt x="1" y="1"/>
                  </a:moveTo>
                  <a:lnTo>
                    <a:pt x="1" y="8073"/>
                  </a:lnTo>
                  <a:lnTo>
                    <a:pt x="968" y="8073"/>
                  </a:lnTo>
                  <a:lnTo>
                    <a:pt x="96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2130;p56">
              <a:extLst>
                <a:ext uri="{FF2B5EF4-FFF2-40B4-BE49-F238E27FC236}">
                  <a16:creationId xmlns:a16="http://schemas.microsoft.com/office/drawing/2014/main" id="{951B4745-A4F8-44ED-1864-77E58F394B94}"/>
                </a:ext>
              </a:extLst>
            </p:cNvPr>
            <p:cNvSpPr/>
            <p:nvPr/>
          </p:nvSpPr>
          <p:spPr>
            <a:xfrm flipH="1">
              <a:off x="8439271" y="3344842"/>
              <a:ext cx="23423" cy="195391"/>
            </a:xfrm>
            <a:custGeom>
              <a:avLst/>
              <a:gdLst/>
              <a:ahLst/>
              <a:cxnLst/>
              <a:rect l="l" t="t" r="r" b="b"/>
              <a:pathLst>
                <a:path w="968" h="8074" extrusionOk="0">
                  <a:moveTo>
                    <a:pt x="1" y="1"/>
                  </a:moveTo>
                  <a:lnTo>
                    <a:pt x="1"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2131;p56">
              <a:extLst>
                <a:ext uri="{FF2B5EF4-FFF2-40B4-BE49-F238E27FC236}">
                  <a16:creationId xmlns:a16="http://schemas.microsoft.com/office/drawing/2014/main" id="{DFDF79D2-6950-9B35-6908-58EEA41F7C38}"/>
                </a:ext>
              </a:extLst>
            </p:cNvPr>
            <p:cNvSpPr/>
            <p:nvPr/>
          </p:nvSpPr>
          <p:spPr>
            <a:xfrm flipH="1">
              <a:off x="8318985" y="3344842"/>
              <a:ext cx="23447" cy="195391"/>
            </a:xfrm>
            <a:custGeom>
              <a:avLst/>
              <a:gdLst/>
              <a:ahLst/>
              <a:cxnLst/>
              <a:rect l="l" t="t" r="r" b="b"/>
              <a:pathLst>
                <a:path w="969" h="8074" extrusionOk="0">
                  <a:moveTo>
                    <a:pt x="1" y="1"/>
                  </a:moveTo>
                  <a:lnTo>
                    <a:pt x="1"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2132;p56">
              <a:extLst>
                <a:ext uri="{FF2B5EF4-FFF2-40B4-BE49-F238E27FC236}">
                  <a16:creationId xmlns:a16="http://schemas.microsoft.com/office/drawing/2014/main" id="{09799BD7-DD29-FDE4-5AC5-CFC50CFE3A83}"/>
                </a:ext>
              </a:extLst>
            </p:cNvPr>
            <p:cNvSpPr/>
            <p:nvPr/>
          </p:nvSpPr>
          <p:spPr>
            <a:xfrm flipH="1">
              <a:off x="8199547" y="3344842"/>
              <a:ext cx="23423" cy="195391"/>
            </a:xfrm>
            <a:custGeom>
              <a:avLst/>
              <a:gdLst/>
              <a:ahLst/>
              <a:cxnLst/>
              <a:rect l="l" t="t" r="r" b="b"/>
              <a:pathLst>
                <a:path w="968" h="8074" extrusionOk="0">
                  <a:moveTo>
                    <a:pt x="1" y="1"/>
                  </a:moveTo>
                  <a:lnTo>
                    <a:pt x="1"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2133;p56">
              <a:extLst>
                <a:ext uri="{FF2B5EF4-FFF2-40B4-BE49-F238E27FC236}">
                  <a16:creationId xmlns:a16="http://schemas.microsoft.com/office/drawing/2014/main" id="{DFA785D7-E8E1-4B22-C917-EE3E8E9BE5C0}"/>
                </a:ext>
              </a:extLst>
            </p:cNvPr>
            <p:cNvSpPr/>
            <p:nvPr/>
          </p:nvSpPr>
          <p:spPr>
            <a:xfrm flipH="1">
              <a:off x="8080084" y="3344842"/>
              <a:ext cx="23423" cy="195391"/>
            </a:xfrm>
            <a:custGeom>
              <a:avLst/>
              <a:gdLst/>
              <a:ahLst/>
              <a:cxnLst/>
              <a:rect l="l" t="t" r="r" b="b"/>
              <a:pathLst>
                <a:path w="968" h="8074" extrusionOk="0">
                  <a:moveTo>
                    <a:pt x="0" y="1"/>
                  </a:moveTo>
                  <a:lnTo>
                    <a:pt x="0"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2134;p56">
              <a:extLst>
                <a:ext uri="{FF2B5EF4-FFF2-40B4-BE49-F238E27FC236}">
                  <a16:creationId xmlns:a16="http://schemas.microsoft.com/office/drawing/2014/main" id="{C14EF8E9-1894-DF40-CC34-E7329AB683A1}"/>
                </a:ext>
              </a:extLst>
            </p:cNvPr>
            <p:cNvSpPr/>
            <p:nvPr/>
          </p:nvSpPr>
          <p:spPr>
            <a:xfrm flipH="1">
              <a:off x="7959798" y="3344842"/>
              <a:ext cx="23447" cy="195391"/>
            </a:xfrm>
            <a:custGeom>
              <a:avLst/>
              <a:gdLst/>
              <a:ahLst/>
              <a:cxnLst/>
              <a:rect l="l" t="t" r="r" b="b"/>
              <a:pathLst>
                <a:path w="969" h="8074" extrusionOk="0">
                  <a:moveTo>
                    <a:pt x="1" y="1"/>
                  </a:moveTo>
                  <a:lnTo>
                    <a:pt x="1"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2135;p56">
              <a:extLst>
                <a:ext uri="{FF2B5EF4-FFF2-40B4-BE49-F238E27FC236}">
                  <a16:creationId xmlns:a16="http://schemas.microsoft.com/office/drawing/2014/main" id="{88FEA534-F24E-B436-77D2-4EAB19B29891}"/>
                </a:ext>
              </a:extLst>
            </p:cNvPr>
            <p:cNvSpPr/>
            <p:nvPr/>
          </p:nvSpPr>
          <p:spPr>
            <a:xfrm flipH="1">
              <a:off x="7926720" y="3344842"/>
              <a:ext cx="860463" cy="40390"/>
            </a:xfrm>
            <a:custGeom>
              <a:avLst/>
              <a:gdLst/>
              <a:ahLst/>
              <a:cxnLst/>
              <a:rect l="l" t="t" r="r" b="b"/>
              <a:pathLst>
                <a:path w="35560" h="1669" extrusionOk="0">
                  <a:moveTo>
                    <a:pt x="1" y="1"/>
                  </a:moveTo>
                  <a:lnTo>
                    <a:pt x="1" y="1668"/>
                  </a:lnTo>
                  <a:lnTo>
                    <a:pt x="35560" y="1668"/>
                  </a:lnTo>
                  <a:lnTo>
                    <a:pt x="35560"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2136;p56">
              <a:extLst>
                <a:ext uri="{FF2B5EF4-FFF2-40B4-BE49-F238E27FC236}">
                  <a16:creationId xmlns:a16="http://schemas.microsoft.com/office/drawing/2014/main" id="{7465308E-54C1-8508-CBE6-53A66BE8C609}"/>
                </a:ext>
              </a:extLst>
            </p:cNvPr>
            <p:cNvSpPr/>
            <p:nvPr/>
          </p:nvSpPr>
          <p:spPr>
            <a:xfrm flipH="1">
              <a:off x="8029220" y="3149500"/>
              <a:ext cx="860463" cy="195367"/>
            </a:xfrm>
            <a:custGeom>
              <a:avLst/>
              <a:gdLst/>
              <a:ahLst/>
              <a:cxnLst/>
              <a:rect l="l" t="t" r="r" b="b"/>
              <a:pathLst>
                <a:path w="35560" h="8073" extrusionOk="0">
                  <a:moveTo>
                    <a:pt x="1" y="0"/>
                  </a:moveTo>
                  <a:lnTo>
                    <a:pt x="1" y="8073"/>
                  </a:lnTo>
                  <a:lnTo>
                    <a:pt x="35559" y="8073"/>
                  </a:lnTo>
                  <a:lnTo>
                    <a:pt x="35559"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2137;p56">
              <a:extLst>
                <a:ext uri="{FF2B5EF4-FFF2-40B4-BE49-F238E27FC236}">
                  <a16:creationId xmlns:a16="http://schemas.microsoft.com/office/drawing/2014/main" id="{313C9FB2-9E6D-E461-1A11-B7C6BEEB7B4C}"/>
                </a:ext>
              </a:extLst>
            </p:cNvPr>
            <p:cNvSpPr/>
            <p:nvPr/>
          </p:nvSpPr>
          <p:spPr>
            <a:xfrm flipH="1">
              <a:off x="8780698" y="3149500"/>
              <a:ext cx="23423" cy="195367"/>
            </a:xfrm>
            <a:custGeom>
              <a:avLst/>
              <a:gdLst/>
              <a:ahLst/>
              <a:cxnLst/>
              <a:rect l="l" t="t" r="r" b="b"/>
              <a:pathLst>
                <a:path w="968" h="8073" extrusionOk="0">
                  <a:moveTo>
                    <a:pt x="0" y="0"/>
                  </a:moveTo>
                  <a:lnTo>
                    <a:pt x="0"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2138;p56">
              <a:extLst>
                <a:ext uri="{FF2B5EF4-FFF2-40B4-BE49-F238E27FC236}">
                  <a16:creationId xmlns:a16="http://schemas.microsoft.com/office/drawing/2014/main" id="{1D75D3AF-D58E-7E61-FE64-80CBF315689C}"/>
                </a:ext>
              </a:extLst>
            </p:cNvPr>
            <p:cNvSpPr/>
            <p:nvPr/>
          </p:nvSpPr>
          <p:spPr>
            <a:xfrm flipH="1">
              <a:off x="8661235" y="3149500"/>
              <a:ext cx="23423" cy="195367"/>
            </a:xfrm>
            <a:custGeom>
              <a:avLst/>
              <a:gdLst/>
              <a:ahLst/>
              <a:cxnLst/>
              <a:rect l="l" t="t" r="r" b="b"/>
              <a:pathLst>
                <a:path w="968" h="8073" extrusionOk="0">
                  <a:moveTo>
                    <a:pt x="0" y="0"/>
                  </a:moveTo>
                  <a:lnTo>
                    <a:pt x="0" y="8073"/>
                  </a:lnTo>
                  <a:lnTo>
                    <a:pt x="968" y="8073"/>
                  </a:lnTo>
                  <a:lnTo>
                    <a:pt x="96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2139;p56">
              <a:extLst>
                <a:ext uri="{FF2B5EF4-FFF2-40B4-BE49-F238E27FC236}">
                  <a16:creationId xmlns:a16="http://schemas.microsoft.com/office/drawing/2014/main" id="{BBE8097B-1FAC-F0AE-7E59-96AE0919C637}"/>
                </a:ext>
              </a:extLst>
            </p:cNvPr>
            <p:cNvSpPr/>
            <p:nvPr/>
          </p:nvSpPr>
          <p:spPr>
            <a:xfrm flipH="1">
              <a:off x="8541772" y="3149500"/>
              <a:ext cx="23423" cy="195367"/>
            </a:xfrm>
            <a:custGeom>
              <a:avLst/>
              <a:gdLst/>
              <a:ahLst/>
              <a:cxnLst/>
              <a:rect l="l" t="t" r="r" b="b"/>
              <a:pathLst>
                <a:path w="968" h="8073" extrusionOk="0">
                  <a:moveTo>
                    <a:pt x="0" y="0"/>
                  </a:moveTo>
                  <a:lnTo>
                    <a:pt x="0" y="8073"/>
                  </a:lnTo>
                  <a:lnTo>
                    <a:pt x="968" y="8073"/>
                  </a:lnTo>
                  <a:lnTo>
                    <a:pt x="96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2140;p56">
              <a:extLst>
                <a:ext uri="{FF2B5EF4-FFF2-40B4-BE49-F238E27FC236}">
                  <a16:creationId xmlns:a16="http://schemas.microsoft.com/office/drawing/2014/main" id="{C19A0DFC-971E-BC34-D63A-F76631B7FA01}"/>
                </a:ext>
              </a:extLst>
            </p:cNvPr>
            <p:cNvSpPr/>
            <p:nvPr/>
          </p:nvSpPr>
          <p:spPr>
            <a:xfrm flipH="1">
              <a:off x="8421510" y="3149500"/>
              <a:ext cx="23423" cy="195367"/>
            </a:xfrm>
            <a:custGeom>
              <a:avLst/>
              <a:gdLst/>
              <a:ahLst/>
              <a:cxnLst/>
              <a:rect l="l" t="t" r="r" b="b"/>
              <a:pathLst>
                <a:path w="968" h="8073" extrusionOk="0">
                  <a:moveTo>
                    <a:pt x="0" y="0"/>
                  </a:moveTo>
                  <a:lnTo>
                    <a:pt x="0"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2141;p56">
              <a:extLst>
                <a:ext uri="{FF2B5EF4-FFF2-40B4-BE49-F238E27FC236}">
                  <a16:creationId xmlns:a16="http://schemas.microsoft.com/office/drawing/2014/main" id="{FB7184E2-B33E-5531-D159-8FCCFA9E6C2D}"/>
                </a:ext>
              </a:extLst>
            </p:cNvPr>
            <p:cNvSpPr/>
            <p:nvPr/>
          </p:nvSpPr>
          <p:spPr>
            <a:xfrm flipH="1">
              <a:off x="8302047" y="3149500"/>
              <a:ext cx="23423" cy="195367"/>
            </a:xfrm>
            <a:custGeom>
              <a:avLst/>
              <a:gdLst/>
              <a:ahLst/>
              <a:cxnLst/>
              <a:rect l="l" t="t" r="r" b="b"/>
              <a:pathLst>
                <a:path w="968" h="8073" extrusionOk="0">
                  <a:moveTo>
                    <a:pt x="0" y="0"/>
                  </a:moveTo>
                  <a:lnTo>
                    <a:pt x="0"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2142;p56">
              <a:extLst>
                <a:ext uri="{FF2B5EF4-FFF2-40B4-BE49-F238E27FC236}">
                  <a16:creationId xmlns:a16="http://schemas.microsoft.com/office/drawing/2014/main" id="{AA539F95-E3A0-DCBD-74D2-4FB234C997BE}"/>
                </a:ext>
              </a:extLst>
            </p:cNvPr>
            <p:cNvSpPr/>
            <p:nvPr/>
          </p:nvSpPr>
          <p:spPr>
            <a:xfrm flipH="1">
              <a:off x="8182584" y="3149500"/>
              <a:ext cx="22625" cy="195367"/>
            </a:xfrm>
            <a:custGeom>
              <a:avLst/>
              <a:gdLst/>
              <a:ahLst/>
              <a:cxnLst/>
              <a:rect l="l" t="t" r="r" b="b"/>
              <a:pathLst>
                <a:path w="935" h="8073" extrusionOk="0">
                  <a:moveTo>
                    <a:pt x="0" y="0"/>
                  </a:moveTo>
                  <a:lnTo>
                    <a:pt x="0" y="8073"/>
                  </a:lnTo>
                  <a:lnTo>
                    <a:pt x="934" y="8073"/>
                  </a:lnTo>
                  <a:lnTo>
                    <a:pt x="934"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2143;p56">
              <a:extLst>
                <a:ext uri="{FF2B5EF4-FFF2-40B4-BE49-F238E27FC236}">
                  <a16:creationId xmlns:a16="http://schemas.microsoft.com/office/drawing/2014/main" id="{974A7AB5-5C0C-83CA-BFA3-271128F19A26}"/>
                </a:ext>
              </a:extLst>
            </p:cNvPr>
            <p:cNvSpPr/>
            <p:nvPr/>
          </p:nvSpPr>
          <p:spPr>
            <a:xfrm flipH="1">
              <a:off x="8062323" y="3149500"/>
              <a:ext cx="23423" cy="195367"/>
            </a:xfrm>
            <a:custGeom>
              <a:avLst/>
              <a:gdLst/>
              <a:ahLst/>
              <a:cxnLst/>
              <a:rect l="l" t="t" r="r" b="b"/>
              <a:pathLst>
                <a:path w="968" h="8073" extrusionOk="0">
                  <a:moveTo>
                    <a:pt x="0" y="0"/>
                  </a:moveTo>
                  <a:lnTo>
                    <a:pt x="0" y="8073"/>
                  </a:lnTo>
                  <a:lnTo>
                    <a:pt x="968" y="8073"/>
                  </a:lnTo>
                  <a:lnTo>
                    <a:pt x="968"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2144;p56">
              <a:extLst>
                <a:ext uri="{FF2B5EF4-FFF2-40B4-BE49-F238E27FC236}">
                  <a16:creationId xmlns:a16="http://schemas.microsoft.com/office/drawing/2014/main" id="{FFBF76FB-25AB-576E-A776-D75F160CF6A9}"/>
                </a:ext>
              </a:extLst>
            </p:cNvPr>
            <p:cNvSpPr/>
            <p:nvPr/>
          </p:nvSpPr>
          <p:spPr>
            <a:xfrm flipH="1">
              <a:off x="8029220" y="3149500"/>
              <a:ext cx="860463" cy="40366"/>
            </a:xfrm>
            <a:custGeom>
              <a:avLst/>
              <a:gdLst/>
              <a:ahLst/>
              <a:cxnLst/>
              <a:rect l="l" t="t" r="r" b="b"/>
              <a:pathLst>
                <a:path w="35560" h="1668" extrusionOk="0">
                  <a:moveTo>
                    <a:pt x="1" y="0"/>
                  </a:moveTo>
                  <a:lnTo>
                    <a:pt x="1" y="1668"/>
                  </a:lnTo>
                  <a:lnTo>
                    <a:pt x="35559" y="1668"/>
                  </a:lnTo>
                  <a:lnTo>
                    <a:pt x="35559" y="0"/>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2145;p56">
              <a:extLst>
                <a:ext uri="{FF2B5EF4-FFF2-40B4-BE49-F238E27FC236}">
                  <a16:creationId xmlns:a16="http://schemas.microsoft.com/office/drawing/2014/main" id="{0181B98B-D93B-FCB1-3C87-8149920627EB}"/>
                </a:ext>
              </a:extLst>
            </p:cNvPr>
            <p:cNvSpPr/>
            <p:nvPr/>
          </p:nvSpPr>
          <p:spPr>
            <a:xfrm flipH="1">
              <a:off x="7296327" y="3640300"/>
              <a:ext cx="188886" cy="689410"/>
            </a:xfrm>
            <a:custGeom>
              <a:avLst/>
              <a:gdLst/>
              <a:ahLst/>
              <a:cxnLst/>
              <a:rect l="l" t="t" r="r" b="b"/>
              <a:pathLst>
                <a:path w="7806" h="28488" extrusionOk="0">
                  <a:moveTo>
                    <a:pt x="0" y="0"/>
                  </a:moveTo>
                  <a:lnTo>
                    <a:pt x="0" y="28487"/>
                  </a:lnTo>
                  <a:lnTo>
                    <a:pt x="7806" y="28487"/>
                  </a:lnTo>
                  <a:lnTo>
                    <a:pt x="780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2146;p56">
              <a:extLst>
                <a:ext uri="{FF2B5EF4-FFF2-40B4-BE49-F238E27FC236}">
                  <a16:creationId xmlns:a16="http://schemas.microsoft.com/office/drawing/2014/main" id="{BB8E2165-D36B-D0D2-B150-3982B763980C}"/>
                </a:ext>
              </a:extLst>
            </p:cNvPr>
            <p:cNvSpPr/>
            <p:nvPr/>
          </p:nvSpPr>
          <p:spPr>
            <a:xfrm flipH="1">
              <a:off x="7296327" y="3823542"/>
              <a:ext cx="188886" cy="329386"/>
            </a:xfrm>
            <a:custGeom>
              <a:avLst/>
              <a:gdLst/>
              <a:ahLst/>
              <a:cxnLst/>
              <a:rect l="l" t="t" r="r" b="b"/>
              <a:pathLst>
                <a:path w="7806" h="13611" extrusionOk="0">
                  <a:moveTo>
                    <a:pt x="7806" y="0"/>
                  </a:moveTo>
                  <a:lnTo>
                    <a:pt x="0" y="7372"/>
                  </a:lnTo>
                  <a:lnTo>
                    <a:pt x="0" y="13610"/>
                  </a:lnTo>
                  <a:lnTo>
                    <a:pt x="7806" y="5805"/>
                  </a:lnTo>
                  <a:lnTo>
                    <a:pt x="7806" y="0"/>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2147;p56">
              <a:extLst>
                <a:ext uri="{FF2B5EF4-FFF2-40B4-BE49-F238E27FC236}">
                  <a16:creationId xmlns:a16="http://schemas.microsoft.com/office/drawing/2014/main" id="{9EFB8CFF-A240-3996-F027-8AACC65D171D}"/>
                </a:ext>
              </a:extLst>
            </p:cNvPr>
            <p:cNvSpPr/>
            <p:nvPr/>
          </p:nvSpPr>
          <p:spPr>
            <a:xfrm flipH="1">
              <a:off x="7296327" y="3721031"/>
              <a:ext cx="188886" cy="213129"/>
            </a:xfrm>
            <a:custGeom>
              <a:avLst/>
              <a:gdLst/>
              <a:ahLst/>
              <a:cxnLst/>
              <a:rect l="l" t="t" r="r" b="b"/>
              <a:pathLst>
                <a:path w="7806" h="8807" extrusionOk="0">
                  <a:moveTo>
                    <a:pt x="7806" y="0"/>
                  </a:moveTo>
                  <a:lnTo>
                    <a:pt x="0" y="7806"/>
                  </a:lnTo>
                  <a:lnTo>
                    <a:pt x="0" y="8806"/>
                  </a:lnTo>
                  <a:lnTo>
                    <a:pt x="7806" y="1001"/>
                  </a:lnTo>
                  <a:lnTo>
                    <a:pt x="7806" y="0"/>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2148;p56">
              <a:extLst>
                <a:ext uri="{FF2B5EF4-FFF2-40B4-BE49-F238E27FC236}">
                  <a16:creationId xmlns:a16="http://schemas.microsoft.com/office/drawing/2014/main" id="{0515C839-8D3E-8E03-1CC8-E1688803FE81}"/>
                </a:ext>
              </a:extLst>
            </p:cNvPr>
            <p:cNvSpPr/>
            <p:nvPr/>
          </p:nvSpPr>
          <p:spPr>
            <a:xfrm flipH="1">
              <a:off x="7063861" y="3862287"/>
              <a:ext cx="188910" cy="467423"/>
            </a:xfrm>
            <a:custGeom>
              <a:avLst/>
              <a:gdLst/>
              <a:ahLst/>
              <a:cxnLst/>
              <a:rect l="l" t="t" r="r" b="b"/>
              <a:pathLst>
                <a:path w="7807" h="19315" extrusionOk="0">
                  <a:moveTo>
                    <a:pt x="1" y="1"/>
                  </a:moveTo>
                  <a:lnTo>
                    <a:pt x="1" y="19314"/>
                  </a:lnTo>
                  <a:lnTo>
                    <a:pt x="7806" y="19314"/>
                  </a:lnTo>
                  <a:lnTo>
                    <a:pt x="7806"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2149;p56">
              <a:extLst>
                <a:ext uri="{FF2B5EF4-FFF2-40B4-BE49-F238E27FC236}">
                  <a16:creationId xmlns:a16="http://schemas.microsoft.com/office/drawing/2014/main" id="{FEB2A9DA-35F7-61E5-5C79-FE7ED60A6F03}"/>
                </a:ext>
              </a:extLst>
            </p:cNvPr>
            <p:cNvSpPr/>
            <p:nvPr/>
          </p:nvSpPr>
          <p:spPr>
            <a:xfrm flipH="1">
              <a:off x="7063861" y="4000323"/>
              <a:ext cx="188910" cy="326966"/>
            </a:xfrm>
            <a:custGeom>
              <a:avLst/>
              <a:gdLst/>
              <a:ahLst/>
              <a:cxnLst/>
              <a:rect l="l" t="t" r="r" b="b"/>
              <a:pathLst>
                <a:path w="7807" h="13511" extrusionOk="0">
                  <a:moveTo>
                    <a:pt x="7806" y="1"/>
                  </a:moveTo>
                  <a:lnTo>
                    <a:pt x="1" y="7373"/>
                  </a:lnTo>
                  <a:lnTo>
                    <a:pt x="1" y="13510"/>
                  </a:lnTo>
                  <a:lnTo>
                    <a:pt x="7806" y="5738"/>
                  </a:lnTo>
                  <a:lnTo>
                    <a:pt x="7806"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2150;p56">
              <a:extLst>
                <a:ext uri="{FF2B5EF4-FFF2-40B4-BE49-F238E27FC236}">
                  <a16:creationId xmlns:a16="http://schemas.microsoft.com/office/drawing/2014/main" id="{032B294E-1433-5C50-8CBB-9445BDC5CEB7}"/>
                </a:ext>
              </a:extLst>
            </p:cNvPr>
            <p:cNvSpPr/>
            <p:nvPr/>
          </p:nvSpPr>
          <p:spPr>
            <a:xfrm flipH="1">
              <a:off x="7063861" y="3934935"/>
              <a:ext cx="188910" cy="215574"/>
            </a:xfrm>
            <a:custGeom>
              <a:avLst/>
              <a:gdLst/>
              <a:ahLst/>
              <a:cxnLst/>
              <a:rect l="l" t="t" r="r" b="b"/>
              <a:pathLst>
                <a:path w="7807" h="8908" extrusionOk="0">
                  <a:moveTo>
                    <a:pt x="7806" y="1"/>
                  </a:moveTo>
                  <a:lnTo>
                    <a:pt x="1" y="7773"/>
                  </a:lnTo>
                  <a:lnTo>
                    <a:pt x="1" y="8907"/>
                  </a:lnTo>
                  <a:lnTo>
                    <a:pt x="7806" y="1101"/>
                  </a:lnTo>
                  <a:lnTo>
                    <a:pt x="7806"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2151;p56">
              <a:extLst>
                <a:ext uri="{FF2B5EF4-FFF2-40B4-BE49-F238E27FC236}">
                  <a16:creationId xmlns:a16="http://schemas.microsoft.com/office/drawing/2014/main" id="{F42A139D-1ADF-77B1-CF80-8AA7D854A1B9}"/>
                </a:ext>
              </a:extLst>
            </p:cNvPr>
            <p:cNvSpPr/>
            <p:nvPr/>
          </p:nvSpPr>
          <p:spPr>
            <a:xfrm flipH="1">
              <a:off x="7528792" y="3309317"/>
              <a:ext cx="188087" cy="1020393"/>
            </a:xfrm>
            <a:custGeom>
              <a:avLst/>
              <a:gdLst/>
              <a:ahLst/>
              <a:cxnLst/>
              <a:rect l="l" t="t" r="r" b="b"/>
              <a:pathLst>
                <a:path w="7773" h="42165" extrusionOk="0">
                  <a:moveTo>
                    <a:pt x="1" y="1"/>
                  </a:moveTo>
                  <a:lnTo>
                    <a:pt x="1" y="42164"/>
                  </a:lnTo>
                  <a:lnTo>
                    <a:pt x="7773" y="42164"/>
                  </a:lnTo>
                  <a:lnTo>
                    <a:pt x="7773"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152;p56">
              <a:extLst>
                <a:ext uri="{FF2B5EF4-FFF2-40B4-BE49-F238E27FC236}">
                  <a16:creationId xmlns:a16="http://schemas.microsoft.com/office/drawing/2014/main" id="{8D606B43-D171-9AC5-1677-CBFA29EB34CE}"/>
                </a:ext>
              </a:extLst>
            </p:cNvPr>
            <p:cNvSpPr/>
            <p:nvPr/>
          </p:nvSpPr>
          <p:spPr>
            <a:xfrm flipH="1">
              <a:off x="7528792" y="3500642"/>
              <a:ext cx="188087" cy="328563"/>
            </a:xfrm>
            <a:custGeom>
              <a:avLst/>
              <a:gdLst/>
              <a:ahLst/>
              <a:cxnLst/>
              <a:rect l="l" t="t" r="r" b="b"/>
              <a:pathLst>
                <a:path w="7773" h="13577" extrusionOk="0">
                  <a:moveTo>
                    <a:pt x="7773" y="1"/>
                  </a:moveTo>
                  <a:lnTo>
                    <a:pt x="1" y="7372"/>
                  </a:lnTo>
                  <a:lnTo>
                    <a:pt x="1" y="13577"/>
                  </a:lnTo>
                  <a:lnTo>
                    <a:pt x="7773" y="5771"/>
                  </a:lnTo>
                  <a:lnTo>
                    <a:pt x="7773"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2153;p56">
              <a:extLst>
                <a:ext uri="{FF2B5EF4-FFF2-40B4-BE49-F238E27FC236}">
                  <a16:creationId xmlns:a16="http://schemas.microsoft.com/office/drawing/2014/main" id="{5ED05C8A-7F38-2973-15ED-2ED3FA1FB628}"/>
                </a:ext>
              </a:extLst>
            </p:cNvPr>
            <p:cNvSpPr/>
            <p:nvPr/>
          </p:nvSpPr>
          <p:spPr>
            <a:xfrm flipH="1">
              <a:off x="7528792" y="3423952"/>
              <a:ext cx="188087" cy="214751"/>
            </a:xfrm>
            <a:custGeom>
              <a:avLst/>
              <a:gdLst/>
              <a:ahLst/>
              <a:cxnLst/>
              <a:rect l="l" t="t" r="r" b="b"/>
              <a:pathLst>
                <a:path w="7773" h="8874" extrusionOk="0">
                  <a:moveTo>
                    <a:pt x="7773" y="1"/>
                  </a:moveTo>
                  <a:lnTo>
                    <a:pt x="1" y="7806"/>
                  </a:lnTo>
                  <a:lnTo>
                    <a:pt x="1" y="8874"/>
                  </a:lnTo>
                  <a:lnTo>
                    <a:pt x="7773" y="1068"/>
                  </a:lnTo>
                  <a:lnTo>
                    <a:pt x="7773"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154;p56">
              <a:extLst>
                <a:ext uri="{FF2B5EF4-FFF2-40B4-BE49-F238E27FC236}">
                  <a16:creationId xmlns:a16="http://schemas.microsoft.com/office/drawing/2014/main" id="{B71F9478-47F3-1B37-8FEF-D6B595B8DFE7}"/>
                </a:ext>
              </a:extLst>
            </p:cNvPr>
            <p:cNvSpPr/>
            <p:nvPr/>
          </p:nvSpPr>
          <p:spPr>
            <a:xfrm flipH="1">
              <a:off x="7591754" y="3353046"/>
              <a:ext cx="61704" cy="54232"/>
            </a:xfrm>
            <a:custGeom>
              <a:avLst/>
              <a:gdLst/>
              <a:ahLst/>
              <a:cxnLst/>
              <a:rect l="l" t="t" r="r" b="b"/>
              <a:pathLst>
                <a:path w="2550" h="2241" extrusionOk="0">
                  <a:moveTo>
                    <a:pt x="1274" y="0"/>
                  </a:moveTo>
                  <a:cubicBezTo>
                    <a:pt x="604" y="0"/>
                    <a:pt x="0" y="611"/>
                    <a:pt x="182" y="1363"/>
                  </a:cubicBezTo>
                  <a:cubicBezTo>
                    <a:pt x="317" y="1926"/>
                    <a:pt x="804" y="2240"/>
                    <a:pt x="1292" y="2240"/>
                  </a:cubicBezTo>
                  <a:cubicBezTo>
                    <a:pt x="1642" y="2240"/>
                    <a:pt x="1993" y="2078"/>
                    <a:pt x="2216" y="1730"/>
                  </a:cubicBezTo>
                  <a:cubicBezTo>
                    <a:pt x="2550" y="1196"/>
                    <a:pt x="2383" y="496"/>
                    <a:pt x="1849" y="162"/>
                  </a:cubicBezTo>
                  <a:cubicBezTo>
                    <a:pt x="1664" y="50"/>
                    <a:pt x="1466" y="0"/>
                    <a:pt x="127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2155;p56">
              <a:extLst>
                <a:ext uri="{FF2B5EF4-FFF2-40B4-BE49-F238E27FC236}">
                  <a16:creationId xmlns:a16="http://schemas.microsoft.com/office/drawing/2014/main" id="{B3CF536A-6EDB-C785-43D3-F15476655911}"/>
                </a:ext>
              </a:extLst>
            </p:cNvPr>
            <p:cNvSpPr/>
            <p:nvPr/>
          </p:nvSpPr>
          <p:spPr>
            <a:xfrm flipH="1">
              <a:off x="7360087" y="3680787"/>
              <a:ext cx="60929" cy="54232"/>
            </a:xfrm>
            <a:custGeom>
              <a:avLst/>
              <a:gdLst/>
              <a:ahLst/>
              <a:cxnLst/>
              <a:rect l="l" t="t" r="r" b="b"/>
              <a:pathLst>
                <a:path w="2518" h="2241" extrusionOk="0">
                  <a:moveTo>
                    <a:pt x="1275" y="0"/>
                  </a:moveTo>
                  <a:cubicBezTo>
                    <a:pt x="605" y="0"/>
                    <a:pt x="1" y="611"/>
                    <a:pt x="182" y="1363"/>
                  </a:cubicBezTo>
                  <a:cubicBezTo>
                    <a:pt x="299" y="1926"/>
                    <a:pt x="788" y="2240"/>
                    <a:pt x="1282" y="2240"/>
                  </a:cubicBezTo>
                  <a:cubicBezTo>
                    <a:pt x="1637" y="2240"/>
                    <a:pt x="1994" y="2078"/>
                    <a:pt x="2217" y="1730"/>
                  </a:cubicBezTo>
                  <a:cubicBezTo>
                    <a:pt x="2517" y="1196"/>
                    <a:pt x="2384" y="496"/>
                    <a:pt x="1850" y="162"/>
                  </a:cubicBezTo>
                  <a:cubicBezTo>
                    <a:pt x="1664" y="50"/>
                    <a:pt x="1467" y="0"/>
                    <a:pt x="12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2156;p56">
              <a:extLst>
                <a:ext uri="{FF2B5EF4-FFF2-40B4-BE49-F238E27FC236}">
                  <a16:creationId xmlns:a16="http://schemas.microsoft.com/office/drawing/2014/main" id="{187D175C-3D8D-9717-7A67-27905ED04BE3}"/>
                </a:ext>
              </a:extLst>
            </p:cNvPr>
            <p:cNvSpPr/>
            <p:nvPr/>
          </p:nvSpPr>
          <p:spPr>
            <a:xfrm flipH="1">
              <a:off x="7127622" y="3903136"/>
              <a:ext cx="61050" cy="53869"/>
            </a:xfrm>
            <a:custGeom>
              <a:avLst/>
              <a:gdLst/>
              <a:ahLst/>
              <a:cxnLst/>
              <a:rect l="l" t="t" r="r" b="b"/>
              <a:pathLst>
                <a:path w="2523" h="2226" extrusionOk="0">
                  <a:moveTo>
                    <a:pt x="1225" y="1"/>
                  </a:moveTo>
                  <a:cubicBezTo>
                    <a:pt x="574" y="1"/>
                    <a:pt x="0" y="606"/>
                    <a:pt x="154" y="1348"/>
                  </a:cubicBezTo>
                  <a:cubicBezTo>
                    <a:pt x="290" y="1911"/>
                    <a:pt x="776" y="2226"/>
                    <a:pt x="1264" y="2226"/>
                  </a:cubicBezTo>
                  <a:cubicBezTo>
                    <a:pt x="1614" y="2226"/>
                    <a:pt x="1966" y="2063"/>
                    <a:pt x="2189" y="1715"/>
                  </a:cubicBezTo>
                  <a:cubicBezTo>
                    <a:pt x="2522" y="1181"/>
                    <a:pt x="2355" y="481"/>
                    <a:pt x="1822" y="181"/>
                  </a:cubicBezTo>
                  <a:cubicBezTo>
                    <a:pt x="1628" y="56"/>
                    <a:pt x="1423" y="1"/>
                    <a:pt x="122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157;p56">
              <a:extLst>
                <a:ext uri="{FF2B5EF4-FFF2-40B4-BE49-F238E27FC236}">
                  <a16:creationId xmlns:a16="http://schemas.microsoft.com/office/drawing/2014/main" id="{9E528A81-91AF-DBFD-68CC-44FA78AE8306}"/>
                </a:ext>
              </a:extLst>
            </p:cNvPr>
            <p:cNvSpPr/>
            <p:nvPr/>
          </p:nvSpPr>
          <p:spPr>
            <a:xfrm flipH="1">
              <a:off x="7158304" y="3380368"/>
              <a:ext cx="464132" cy="772561"/>
            </a:xfrm>
            <a:custGeom>
              <a:avLst/>
              <a:gdLst/>
              <a:ahLst/>
              <a:cxnLst/>
              <a:rect l="l" t="t" r="r" b="b"/>
              <a:pathLst>
                <a:path w="19181" h="31924" fill="none" extrusionOk="0">
                  <a:moveTo>
                    <a:pt x="19181" y="22717"/>
                  </a:moveTo>
                  <a:lnTo>
                    <a:pt x="9274" y="31923"/>
                  </a:lnTo>
                  <a:lnTo>
                    <a:pt x="9574" y="13543"/>
                  </a:lnTo>
                  <a:lnTo>
                    <a:pt x="0" y="19481"/>
                  </a:lnTo>
                  <a:lnTo>
                    <a:pt x="0" y="0"/>
                  </a:lnTo>
                </a:path>
              </a:pathLst>
            </a:custGeom>
            <a:noFill/>
            <a:ln w="10850" cap="flat" cmpd="sng">
              <a:solidFill>
                <a:srgbClr val="263238"/>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 name="Google Shape;2158;p56">
              <a:extLst>
                <a:ext uri="{FF2B5EF4-FFF2-40B4-BE49-F238E27FC236}">
                  <a16:creationId xmlns:a16="http://schemas.microsoft.com/office/drawing/2014/main" id="{56D4C299-F415-EF36-589A-2F675638458B}"/>
                </a:ext>
              </a:extLst>
            </p:cNvPr>
            <p:cNvGrpSpPr/>
            <p:nvPr/>
          </p:nvGrpSpPr>
          <p:grpSpPr>
            <a:xfrm>
              <a:off x="7290677" y="1080521"/>
              <a:ext cx="1805642" cy="3422364"/>
              <a:chOff x="7290677" y="1080521"/>
              <a:chExt cx="1805642" cy="3422364"/>
            </a:xfrm>
          </p:grpSpPr>
          <p:sp>
            <p:nvSpPr>
              <p:cNvPr id="106" name="Google Shape;2159;p56">
                <a:extLst>
                  <a:ext uri="{FF2B5EF4-FFF2-40B4-BE49-F238E27FC236}">
                    <a16:creationId xmlns:a16="http://schemas.microsoft.com/office/drawing/2014/main" id="{B4690B8F-4CB1-E8CB-33EC-8F2D872F427C}"/>
                  </a:ext>
                </a:extLst>
              </p:cNvPr>
              <p:cNvSpPr/>
              <p:nvPr/>
            </p:nvSpPr>
            <p:spPr>
              <a:xfrm flipH="1">
                <a:off x="8415861" y="4129479"/>
                <a:ext cx="23423" cy="195391"/>
              </a:xfrm>
              <a:custGeom>
                <a:avLst/>
                <a:gdLst/>
                <a:ahLst/>
                <a:cxnLst/>
                <a:rect l="l" t="t" r="r" b="b"/>
                <a:pathLst>
                  <a:path w="968" h="8074" extrusionOk="0">
                    <a:moveTo>
                      <a:pt x="0" y="1"/>
                    </a:moveTo>
                    <a:lnTo>
                      <a:pt x="0" y="8073"/>
                    </a:lnTo>
                    <a:lnTo>
                      <a:pt x="968" y="8073"/>
                    </a:lnTo>
                    <a:lnTo>
                      <a:pt x="968" y="1"/>
                    </a:lnTo>
                    <a:close/>
                  </a:path>
                </a:pathLst>
              </a:custGeom>
              <a:solidFill>
                <a:srgbClr val="216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160;p56">
                <a:extLst>
                  <a:ext uri="{FF2B5EF4-FFF2-40B4-BE49-F238E27FC236}">
                    <a16:creationId xmlns:a16="http://schemas.microsoft.com/office/drawing/2014/main" id="{4E1971DC-226E-EECA-AC8E-536662376BAE}"/>
                  </a:ext>
                </a:extLst>
              </p:cNvPr>
              <p:cNvSpPr/>
              <p:nvPr/>
            </p:nvSpPr>
            <p:spPr>
              <a:xfrm flipH="1">
                <a:off x="8384380" y="2073423"/>
                <a:ext cx="711939" cy="301338"/>
              </a:xfrm>
              <a:custGeom>
                <a:avLst/>
                <a:gdLst/>
                <a:ahLst/>
                <a:cxnLst/>
                <a:rect l="l" t="t" r="r" b="b"/>
                <a:pathLst>
                  <a:path w="29422" h="12452" extrusionOk="0">
                    <a:moveTo>
                      <a:pt x="1868" y="1"/>
                    </a:moveTo>
                    <a:lnTo>
                      <a:pt x="0" y="3637"/>
                    </a:lnTo>
                    <a:lnTo>
                      <a:pt x="2569" y="5305"/>
                    </a:lnTo>
                    <a:cubicBezTo>
                      <a:pt x="2569" y="5305"/>
                      <a:pt x="3814" y="6758"/>
                      <a:pt x="5367" y="6758"/>
                    </a:cubicBezTo>
                    <a:cubicBezTo>
                      <a:pt x="5575" y="6758"/>
                      <a:pt x="5788" y="6732"/>
                      <a:pt x="6005" y="6672"/>
                    </a:cubicBezTo>
                    <a:cubicBezTo>
                      <a:pt x="6005" y="6672"/>
                      <a:pt x="12543" y="10942"/>
                      <a:pt x="17246" y="12043"/>
                    </a:cubicBezTo>
                    <a:cubicBezTo>
                      <a:pt x="18515" y="12331"/>
                      <a:pt x="19522" y="12451"/>
                      <a:pt x="20343" y="12451"/>
                    </a:cubicBezTo>
                    <a:cubicBezTo>
                      <a:pt x="22563" y="12451"/>
                      <a:pt x="23419" y="11570"/>
                      <a:pt x="24418" y="10742"/>
                    </a:cubicBezTo>
                    <a:cubicBezTo>
                      <a:pt x="25786" y="9641"/>
                      <a:pt x="29421" y="4337"/>
                      <a:pt x="29421" y="4337"/>
                    </a:cubicBezTo>
                    <a:lnTo>
                      <a:pt x="23584" y="2803"/>
                    </a:lnTo>
                    <a:cubicBezTo>
                      <a:pt x="23584" y="2803"/>
                      <a:pt x="20915" y="6706"/>
                      <a:pt x="20282" y="7106"/>
                    </a:cubicBezTo>
                    <a:cubicBezTo>
                      <a:pt x="20218" y="7148"/>
                      <a:pt x="20068" y="7169"/>
                      <a:pt x="19845" y="7169"/>
                    </a:cubicBezTo>
                    <a:cubicBezTo>
                      <a:pt x="17954" y="7169"/>
                      <a:pt x="10842" y="5710"/>
                      <a:pt x="7172" y="3770"/>
                    </a:cubicBezTo>
                    <a:lnTo>
                      <a:pt x="5071" y="1102"/>
                    </a:lnTo>
                    <a:lnTo>
                      <a:pt x="1868"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161;p56">
                <a:extLst>
                  <a:ext uri="{FF2B5EF4-FFF2-40B4-BE49-F238E27FC236}">
                    <a16:creationId xmlns:a16="http://schemas.microsoft.com/office/drawing/2014/main" id="{C68187BB-7966-3929-62A0-5E511D728E56}"/>
                  </a:ext>
                </a:extLst>
              </p:cNvPr>
              <p:cNvSpPr/>
              <p:nvPr/>
            </p:nvSpPr>
            <p:spPr>
              <a:xfrm flipH="1">
                <a:off x="7290677" y="1080521"/>
                <a:ext cx="625578" cy="801625"/>
              </a:xfrm>
              <a:custGeom>
                <a:avLst/>
                <a:gdLst/>
                <a:ahLst/>
                <a:cxnLst/>
                <a:rect l="l" t="t" r="r" b="b"/>
                <a:pathLst>
                  <a:path w="25853" h="33125" extrusionOk="0">
                    <a:moveTo>
                      <a:pt x="19781" y="1"/>
                    </a:moveTo>
                    <a:lnTo>
                      <a:pt x="19114" y="4170"/>
                    </a:lnTo>
                    <a:lnTo>
                      <a:pt x="20348" y="7840"/>
                    </a:lnTo>
                    <a:cubicBezTo>
                      <a:pt x="19448" y="14878"/>
                      <a:pt x="14044" y="21483"/>
                      <a:pt x="14044" y="21483"/>
                    </a:cubicBezTo>
                    <a:cubicBezTo>
                      <a:pt x="10508" y="24118"/>
                      <a:pt x="1" y="27320"/>
                      <a:pt x="1" y="27320"/>
                    </a:cubicBezTo>
                    <a:lnTo>
                      <a:pt x="468" y="33124"/>
                    </a:lnTo>
                    <a:cubicBezTo>
                      <a:pt x="468" y="33124"/>
                      <a:pt x="13977" y="29555"/>
                      <a:pt x="18314" y="24251"/>
                    </a:cubicBezTo>
                    <a:cubicBezTo>
                      <a:pt x="22650" y="18914"/>
                      <a:pt x="23317" y="8707"/>
                      <a:pt x="23317" y="8707"/>
                    </a:cubicBezTo>
                    <a:cubicBezTo>
                      <a:pt x="25852" y="5271"/>
                      <a:pt x="23751" y="901"/>
                      <a:pt x="23751" y="901"/>
                    </a:cubicBezTo>
                    <a:lnTo>
                      <a:pt x="1978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162;p56">
                <a:extLst>
                  <a:ext uri="{FF2B5EF4-FFF2-40B4-BE49-F238E27FC236}">
                    <a16:creationId xmlns:a16="http://schemas.microsoft.com/office/drawing/2014/main" id="{A6FBDA05-E1EA-3FF4-FEC3-A64C655332CE}"/>
                  </a:ext>
                </a:extLst>
              </p:cNvPr>
              <p:cNvSpPr/>
              <p:nvPr/>
            </p:nvSpPr>
            <p:spPr>
              <a:xfrm flipH="1">
                <a:off x="7682144" y="1663354"/>
                <a:ext cx="883862" cy="1018772"/>
              </a:xfrm>
              <a:custGeom>
                <a:avLst/>
                <a:gdLst/>
                <a:ahLst/>
                <a:cxnLst/>
                <a:rect l="l" t="t" r="r" b="b"/>
                <a:pathLst>
                  <a:path w="36527" h="42098" extrusionOk="0">
                    <a:moveTo>
                      <a:pt x="32190" y="1"/>
                    </a:moveTo>
                    <a:cubicBezTo>
                      <a:pt x="32190" y="1"/>
                      <a:pt x="26919" y="1535"/>
                      <a:pt x="22383" y="1535"/>
                    </a:cubicBezTo>
                    <a:cubicBezTo>
                      <a:pt x="16312" y="1535"/>
                      <a:pt x="10241" y="6105"/>
                      <a:pt x="6938" y="7406"/>
                    </a:cubicBezTo>
                    <a:cubicBezTo>
                      <a:pt x="3636" y="8707"/>
                      <a:pt x="0" y="19915"/>
                      <a:pt x="0" y="19915"/>
                    </a:cubicBezTo>
                    <a:lnTo>
                      <a:pt x="7606" y="23984"/>
                    </a:lnTo>
                    <a:lnTo>
                      <a:pt x="9040" y="19781"/>
                    </a:lnTo>
                    <a:cubicBezTo>
                      <a:pt x="9040" y="19781"/>
                      <a:pt x="11075" y="35292"/>
                      <a:pt x="11075" y="42097"/>
                    </a:cubicBezTo>
                    <a:lnTo>
                      <a:pt x="30622" y="41797"/>
                    </a:lnTo>
                    <a:lnTo>
                      <a:pt x="29755" y="10942"/>
                    </a:lnTo>
                    <a:lnTo>
                      <a:pt x="36526" y="7706"/>
                    </a:lnTo>
                    <a:lnTo>
                      <a:pt x="32190"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163;p56">
                <a:extLst>
                  <a:ext uri="{FF2B5EF4-FFF2-40B4-BE49-F238E27FC236}">
                    <a16:creationId xmlns:a16="http://schemas.microsoft.com/office/drawing/2014/main" id="{48CCEB35-36C4-5BC7-F36E-9D1A1FAD3219}"/>
                  </a:ext>
                </a:extLst>
              </p:cNvPr>
              <p:cNvSpPr/>
              <p:nvPr/>
            </p:nvSpPr>
            <p:spPr>
              <a:xfrm flipH="1">
                <a:off x="7682144" y="1663354"/>
                <a:ext cx="883862" cy="1018772"/>
              </a:xfrm>
              <a:custGeom>
                <a:avLst/>
                <a:gdLst/>
                <a:ahLst/>
                <a:cxnLst/>
                <a:rect l="l" t="t" r="r" b="b"/>
                <a:pathLst>
                  <a:path w="36527" h="42098" extrusionOk="0">
                    <a:moveTo>
                      <a:pt x="32190" y="1"/>
                    </a:moveTo>
                    <a:cubicBezTo>
                      <a:pt x="32190" y="1"/>
                      <a:pt x="26919" y="1535"/>
                      <a:pt x="22383" y="1535"/>
                    </a:cubicBezTo>
                    <a:cubicBezTo>
                      <a:pt x="16312" y="1535"/>
                      <a:pt x="10241" y="6105"/>
                      <a:pt x="6938" y="7406"/>
                    </a:cubicBezTo>
                    <a:cubicBezTo>
                      <a:pt x="3636" y="8707"/>
                      <a:pt x="0" y="19915"/>
                      <a:pt x="0" y="19915"/>
                    </a:cubicBezTo>
                    <a:lnTo>
                      <a:pt x="7606" y="23984"/>
                    </a:lnTo>
                    <a:lnTo>
                      <a:pt x="9040" y="19781"/>
                    </a:lnTo>
                    <a:cubicBezTo>
                      <a:pt x="9040" y="19781"/>
                      <a:pt x="11075" y="35292"/>
                      <a:pt x="11075" y="42097"/>
                    </a:cubicBezTo>
                    <a:lnTo>
                      <a:pt x="30622" y="41797"/>
                    </a:lnTo>
                    <a:lnTo>
                      <a:pt x="29755" y="10942"/>
                    </a:lnTo>
                    <a:lnTo>
                      <a:pt x="36526" y="7706"/>
                    </a:lnTo>
                    <a:lnTo>
                      <a:pt x="3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164;p56">
                <a:extLst>
                  <a:ext uri="{FF2B5EF4-FFF2-40B4-BE49-F238E27FC236}">
                    <a16:creationId xmlns:a16="http://schemas.microsoft.com/office/drawing/2014/main" id="{A1C8E51A-C232-3B54-12B5-12FA9769C4B0}"/>
                  </a:ext>
                </a:extLst>
              </p:cNvPr>
              <p:cNvSpPr/>
              <p:nvPr/>
            </p:nvSpPr>
            <p:spPr>
              <a:xfrm flipH="1">
                <a:off x="7965473" y="1180806"/>
                <a:ext cx="473811" cy="451717"/>
              </a:xfrm>
              <a:custGeom>
                <a:avLst/>
                <a:gdLst/>
                <a:ahLst/>
                <a:cxnLst/>
                <a:rect l="l" t="t" r="r" b="b"/>
                <a:pathLst>
                  <a:path w="19581" h="18666" extrusionOk="0">
                    <a:moveTo>
                      <a:pt x="10768" y="1"/>
                    </a:moveTo>
                    <a:cubicBezTo>
                      <a:pt x="10448" y="1"/>
                      <a:pt x="10027" y="56"/>
                      <a:pt x="9474" y="193"/>
                    </a:cubicBezTo>
                    <a:cubicBezTo>
                      <a:pt x="6838" y="793"/>
                      <a:pt x="4704" y="2595"/>
                      <a:pt x="3669" y="5063"/>
                    </a:cubicBezTo>
                    <a:cubicBezTo>
                      <a:pt x="0" y="6364"/>
                      <a:pt x="2869" y="10667"/>
                      <a:pt x="2869" y="10667"/>
                    </a:cubicBezTo>
                    <a:cubicBezTo>
                      <a:pt x="634" y="13769"/>
                      <a:pt x="3803" y="15004"/>
                      <a:pt x="3803" y="15004"/>
                    </a:cubicBezTo>
                    <a:cubicBezTo>
                      <a:pt x="4538" y="18314"/>
                      <a:pt x="7963" y="18665"/>
                      <a:pt x="9386" y="18665"/>
                    </a:cubicBezTo>
                    <a:cubicBezTo>
                      <a:pt x="9769" y="18665"/>
                      <a:pt x="10007" y="18640"/>
                      <a:pt x="10007" y="18640"/>
                    </a:cubicBezTo>
                    <a:lnTo>
                      <a:pt x="14744" y="5197"/>
                    </a:lnTo>
                    <a:cubicBezTo>
                      <a:pt x="14744" y="5197"/>
                      <a:pt x="19581" y="3996"/>
                      <a:pt x="18680" y="1327"/>
                    </a:cubicBezTo>
                    <a:cubicBezTo>
                      <a:pt x="18370" y="374"/>
                      <a:pt x="17380" y="68"/>
                      <a:pt x="16234" y="68"/>
                    </a:cubicBezTo>
                    <a:cubicBezTo>
                      <a:pt x="14173" y="68"/>
                      <a:pt x="11608" y="1060"/>
                      <a:pt x="11608" y="1060"/>
                    </a:cubicBezTo>
                    <a:cubicBezTo>
                      <a:pt x="11608" y="1060"/>
                      <a:pt x="12160" y="1"/>
                      <a:pt x="1076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165;p56">
                <a:extLst>
                  <a:ext uri="{FF2B5EF4-FFF2-40B4-BE49-F238E27FC236}">
                    <a16:creationId xmlns:a16="http://schemas.microsoft.com/office/drawing/2014/main" id="{946851E8-B993-578A-4463-8197ED8B8121}"/>
                  </a:ext>
                </a:extLst>
              </p:cNvPr>
              <p:cNvSpPr/>
              <p:nvPr/>
            </p:nvSpPr>
            <p:spPr>
              <a:xfrm flipH="1">
                <a:off x="8004213" y="1305750"/>
                <a:ext cx="331022" cy="465971"/>
              </a:xfrm>
              <a:custGeom>
                <a:avLst/>
                <a:gdLst/>
                <a:ahLst/>
                <a:cxnLst/>
                <a:rect l="l" t="t" r="r" b="b"/>
                <a:pathLst>
                  <a:path w="13680" h="19255" extrusionOk="0">
                    <a:moveTo>
                      <a:pt x="10411" y="0"/>
                    </a:moveTo>
                    <a:cubicBezTo>
                      <a:pt x="8025" y="1457"/>
                      <a:pt x="5251" y="1725"/>
                      <a:pt x="3536" y="1725"/>
                    </a:cubicBezTo>
                    <a:cubicBezTo>
                      <a:pt x="2543" y="1725"/>
                      <a:pt x="1905" y="1635"/>
                      <a:pt x="1905" y="1635"/>
                    </a:cubicBezTo>
                    <a:lnTo>
                      <a:pt x="1905" y="1635"/>
                    </a:lnTo>
                    <a:cubicBezTo>
                      <a:pt x="4340" y="2869"/>
                      <a:pt x="3572" y="6939"/>
                      <a:pt x="3572" y="6939"/>
                    </a:cubicBezTo>
                    <a:cubicBezTo>
                      <a:pt x="2858" y="6609"/>
                      <a:pt x="2276" y="6473"/>
                      <a:pt x="1812" y="6473"/>
                    </a:cubicBezTo>
                    <a:cubicBezTo>
                      <a:pt x="68" y="6473"/>
                      <a:pt x="1" y="8404"/>
                      <a:pt x="871" y="9274"/>
                    </a:cubicBezTo>
                    <a:cubicBezTo>
                      <a:pt x="1535" y="9959"/>
                      <a:pt x="2549" y="10088"/>
                      <a:pt x="3219" y="10088"/>
                    </a:cubicBezTo>
                    <a:cubicBezTo>
                      <a:pt x="3626" y="10088"/>
                      <a:pt x="3906" y="10041"/>
                      <a:pt x="3906" y="10041"/>
                    </a:cubicBezTo>
                    <a:cubicBezTo>
                      <a:pt x="4473" y="12743"/>
                      <a:pt x="4506" y="15511"/>
                      <a:pt x="4006" y="18213"/>
                    </a:cubicBezTo>
                    <a:cubicBezTo>
                      <a:pt x="4006" y="18213"/>
                      <a:pt x="5641" y="18814"/>
                      <a:pt x="9076" y="19214"/>
                    </a:cubicBezTo>
                    <a:cubicBezTo>
                      <a:pt x="9337" y="19242"/>
                      <a:pt x="9576" y="19255"/>
                      <a:pt x="9796" y="19255"/>
                    </a:cubicBezTo>
                    <a:cubicBezTo>
                      <a:pt x="12473" y="19255"/>
                      <a:pt x="12245" y="17346"/>
                      <a:pt x="12245" y="17346"/>
                    </a:cubicBezTo>
                    <a:cubicBezTo>
                      <a:pt x="10144" y="16712"/>
                      <a:pt x="9277" y="14711"/>
                      <a:pt x="9076" y="13443"/>
                    </a:cubicBezTo>
                    <a:cubicBezTo>
                      <a:pt x="9043" y="13210"/>
                      <a:pt x="9010" y="12976"/>
                      <a:pt x="8976" y="12709"/>
                    </a:cubicBezTo>
                    <a:cubicBezTo>
                      <a:pt x="8976" y="12709"/>
                      <a:pt x="12746" y="12142"/>
                      <a:pt x="13213" y="8173"/>
                    </a:cubicBezTo>
                    <a:cubicBezTo>
                      <a:pt x="13680" y="4170"/>
                      <a:pt x="10411" y="0"/>
                      <a:pt x="10411"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166;p56">
                <a:extLst>
                  <a:ext uri="{FF2B5EF4-FFF2-40B4-BE49-F238E27FC236}">
                    <a16:creationId xmlns:a16="http://schemas.microsoft.com/office/drawing/2014/main" id="{B7333252-C305-08B6-F3A3-67F241E6E8CB}"/>
                  </a:ext>
                </a:extLst>
              </p:cNvPr>
              <p:cNvSpPr/>
              <p:nvPr/>
            </p:nvSpPr>
            <p:spPr>
              <a:xfrm flipH="1">
                <a:off x="8097833" y="1488170"/>
                <a:ext cx="62986" cy="28290"/>
              </a:xfrm>
              <a:custGeom>
                <a:avLst/>
                <a:gdLst/>
                <a:ahLst/>
                <a:cxnLst/>
                <a:rect l="l" t="t" r="r" b="b"/>
                <a:pathLst>
                  <a:path w="2603" h="1169" fill="none" extrusionOk="0">
                    <a:moveTo>
                      <a:pt x="2602" y="368"/>
                    </a:moveTo>
                    <a:cubicBezTo>
                      <a:pt x="2602" y="368"/>
                      <a:pt x="1401" y="1168"/>
                      <a:pt x="0" y="1"/>
                    </a:cubicBezTo>
                  </a:path>
                </a:pathLst>
              </a:custGeom>
              <a:noFill/>
              <a:ln w="750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167;p56">
                <a:extLst>
                  <a:ext uri="{FF2B5EF4-FFF2-40B4-BE49-F238E27FC236}">
                    <a16:creationId xmlns:a16="http://schemas.microsoft.com/office/drawing/2014/main" id="{E8354C79-F129-5BB0-F707-7AEFD1B25FBC}"/>
                  </a:ext>
                </a:extLst>
              </p:cNvPr>
              <p:cNvSpPr/>
              <p:nvPr/>
            </p:nvSpPr>
            <p:spPr>
              <a:xfrm flipH="1">
                <a:off x="8148696" y="1398291"/>
                <a:ext cx="20205" cy="27031"/>
              </a:xfrm>
              <a:custGeom>
                <a:avLst/>
                <a:gdLst/>
                <a:ahLst/>
                <a:cxnLst/>
                <a:rect l="l" t="t" r="r" b="b"/>
                <a:pathLst>
                  <a:path w="835" h="1117" extrusionOk="0">
                    <a:moveTo>
                      <a:pt x="362" y="1"/>
                    </a:moveTo>
                    <a:cubicBezTo>
                      <a:pt x="341" y="1"/>
                      <a:pt x="320" y="5"/>
                      <a:pt x="301" y="12"/>
                    </a:cubicBezTo>
                    <a:cubicBezTo>
                      <a:pt x="101" y="46"/>
                      <a:pt x="1" y="346"/>
                      <a:pt x="101" y="646"/>
                    </a:cubicBezTo>
                    <a:cubicBezTo>
                      <a:pt x="163" y="924"/>
                      <a:pt x="339" y="1117"/>
                      <a:pt x="524" y="1117"/>
                    </a:cubicBezTo>
                    <a:cubicBezTo>
                      <a:pt x="539" y="1117"/>
                      <a:pt x="553" y="1116"/>
                      <a:pt x="568" y="1113"/>
                    </a:cubicBezTo>
                    <a:cubicBezTo>
                      <a:pt x="735" y="1046"/>
                      <a:pt x="835" y="780"/>
                      <a:pt x="768" y="479"/>
                    </a:cubicBezTo>
                    <a:cubicBezTo>
                      <a:pt x="709" y="214"/>
                      <a:pt x="520" y="1"/>
                      <a:pt x="36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168;p56">
                <a:extLst>
                  <a:ext uri="{FF2B5EF4-FFF2-40B4-BE49-F238E27FC236}">
                    <a16:creationId xmlns:a16="http://schemas.microsoft.com/office/drawing/2014/main" id="{F362E07A-E05A-E23A-0D99-D7208FAF04ED}"/>
                  </a:ext>
                </a:extLst>
              </p:cNvPr>
              <p:cNvSpPr/>
              <p:nvPr/>
            </p:nvSpPr>
            <p:spPr>
              <a:xfrm flipH="1">
                <a:off x="8069594" y="1368622"/>
                <a:ext cx="20205" cy="27031"/>
              </a:xfrm>
              <a:custGeom>
                <a:avLst/>
                <a:gdLst/>
                <a:ahLst/>
                <a:cxnLst/>
                <a:rect l="l" t="t" r="r" b="b"/>
                <a:pathLst>
                  <a:path w="835" h="1117" extrusionOk="0">
                    <a:moveTo>
                      <a:pt x="339" y="0"/>
                    </a:moveTo>
                    <a:cubicBezTo>
                      <a:pt x="326" y="0"/>
                      <a:pt x="313" y="2"/>
                      <a:pt x="301" y="4"/>
                    </a:cubicBezTo>
                    <a:cubicBezTo>
                      <a:pt x="101" y="37"/>
                      <a:pt x="1" y="338"/>
                      <a:pt x="101" y="638"/>
                    </a:cubicBezTo>
                    <a:cubicBezTo>
                      <a:pt x="160" y="903"/>
                      <a:pt x="323" y="1116"/>
                      <a:pt x="498" y="1116"/>
                    </a:cubicBezTo>
                    <a:cubicBezTo>
                      <a:pt x="521" y="1116"/>
                      <a:pt x="545" y="1113"/>
                      <a:pt x="568" y="1105"/>
                    </a:cubicBezTo>
                    <a:cubicBezTo>
                      <a:pt x="735" y="1072"/>
                      <a:pt x="835" y="771"/>
                      <a:pt x="768" y="471"/>
                    </a:cubicBezTo>
                    <a:cubicBezTo>
                      <a:pt x="706" y="193"/>
                      <a:pt x="501" y="0"/>
                      <a:pt x="33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169;p56">
                <a:extLst>
                  <a:ext uri="{FF2B5EF4-FFF2-40B4-BE49-F238E27FC236}">
                    <a16:creationId xmlns:a16="http://schemas.microsoft.com/office/drawing/2014/main" id="{9018BE8B-E6BD-DAFD-9DB9-4F677C0C6D84}"/>
                  </a:ext>
                </a:extLst>
              </p:cNvPr>
              <p:cNvSpPr/>
              <p:nvPr/>
            </p:nvSpPr>
            <p:spPr>
              <a:xfrm flipH="1">
                <a:off x="8172095" y="1359837"/>
                <a:ext cx="25867" cy="30686"/>
              </a:xfrm>
              <a:custGeom>
                <a:avLst/>
                <a:gdLst/>
                <a:ahLst/>
                <a:cxnLst/>
                <a:rect l="l" t="t" r="r" b="b"/>
                <a:pathLst>
                  <a:path w="1069" h="1268" fill="none" extrusionOk="0">
                    <a:moveTo>
                      <a:pt x="1068" y="0"/>
                    </a:moveTo>
                    <a:cubicBezTo>
                      <a:pt x="501" y="167"/>
                      <a:pt x="68" y="667"/>
                      <a:pt x="1" y="1268"/>
                    </a:cubicBezTo>
                  </a:path>
                </a:pathLst>
              </a:custGeom>
              <a:noFill/>
              <a:ln w="1000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170;p56">
                <a:extLst>
                  <a:ext uri="{FF2B5EF4-FFF2-40B4-BE49-F238E27FC236}">
                    <a16:creationId xmlns:a16="http://schemas.microsoft.com/office/drawing/2014/main" id="{5EBE7CDD-A1F0-EA42-6DEB-44DE299860FA}"/>
                  </a:ext>
                </a:extLst>
              </p:cNvPr>
              <p:cNvSpPr/>
              <p:nvPr/>
            </p:nvSpPr>
            <p:spPr>
              <a:xfrm flipH="1">
                <a:off x="8064755" y="1321093"/>
                <a:ext cx="33102" cy="13746"/>
              </a:xfrm>
              <a:custGeom>
                <a:avLst/>
                <a:gdLst/>
                <a:ahLst/>
                <a:cxnLst/>
                <a:rect l="l" t="t" r="r" b="b"/>
                <a:pathLst>
                  <a:path w="1368" h="568" fill="none" extrusionOk="0">
                    <a:moveTo>
                      <a:pt x="1368" y="567"/>
                    </a:moveTo>
                    <a:cubicBezTo>
                      <a:pt x="1368" y="567"/>
                      <a:pt x="634" y="0"/>
                      <a:pt x="0" y="467"/>
                    </a:cubicBezTo>
                  </a:path>
                </a:pathLst>
              </a:custGeom>
              <a:noFill/>
              <a:ln w="1000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171;p56">
                <a:extLst>
                  <a:ext uri="{FF2B5EF4-FFF2-40B4-BE49-F238E27FC236}">
                    <a16:creationId xmlns:a16="http://schemas.microsoft.com/office/drawing/2014/main" id="{8488F069-8EB9-3A86-2AEA-0EB05489D1A1}"/>
                  </a:ext>
                </a:extLst>
              </p:cNvPr>
              <p:cNvSpPr/>
              <p:nvPr/>
            </p:nvSpPr>
            <p:spPr>
              <a:xfrm flipH="1">
                <a:off x="8051035" y="1397759"/>
                <a:ext cx="53283" cy="62146"/>
              </a:xfrm>
              <a:custGeom>
                <a:avLst/>
                <a:gdLst/>
                <a:ahLst/>
                <a:cxnLst/>
                <a:rect l="l" t="t" r="r" b="b"/>
                <a:pathLst>
                  <a:path w="2202" h="2568" extrusionOk="0">
                    <a:moveTo>
                      <a:pt x="0" y="1"/>
                    </a:moveTo>
                    <a:lnTo>
                      <a:pt x="801" y="2536"/>
                    </a:lnTo>
                    <a:cubicBezTo>
                      <a:pt x="891" y="2557"/>
                      <a:pt x="981" y="2568"/>
                      <a:pt x="1070" y="2568"/>
                    </a:cubicBezTo>
                    <a:cubicBezTo>
                      <a:pt x="1540" y="2568"/>
                      <a:pt x="1977" y="2279"/>
                      <a:pt x="2202" y="1802"/>
                    </a:cubicBezTo>
                    <a:lnTo>
                      <a:pt x="0" y="1"/>
                    </a:ln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172;p56">
                <a:extLst>
                  <a:ext uri="{FF2B5EF4-FFF2-40B4-BE49-F238E27FC236}">
                    <a16:creationId xmlns:a16="http://schemas.microsoft.com/office/drawing/2014/main" id="{B4E493AB-83B3-B584-D825-4E30A9E704F4}"/>
                  </a:ext>
                </a:extLst>
              </p:cNvPr>
              <p:cNvSpPr/>
              <p:nvPr/>
            </p:nvSpPr>
            <p:spPr>
              <a:xfrm flipH="1">
                <a:off x="8115594" y="1613308"/>
                <a:ext cx="43604" cy="19263"/>
              </a:xfrm>
              <a:custGeom>
                <a:avLst/>
                <a:gdLst/>
                <a:ahLst/>
                <a:cxnLst/>
                <a:rect l="l" t="t" r="r" b="b"/>
                <a:pathLst>
                  <a:path w="1802" h="796" extrusionOk="0">
                    <a:moveTo>
                      <a:pt x="1701" y="0"/>
                    </a:moveTo>
                    <a:cubicBezTo>
                      <a:pt x="1701" y="0"/>
                      <a:pt x="634" y="234"/>
                      <a:pt x="0" y="301"/>
                    </a:cubicBezTo>
                    <a:cubicBezTo>
                      <a:pt x="406" y="625"/>
                      <a:pt x="920" y="796"/>
                      <a:pt x="1438" y="796"/>
                    </a:cubicBezTo>
                    <a:cubicBezTo>
                      <a:pt x="1560" y="796"/>
                      <a:pt x="1681" y="787"/>
                      <a:pt x="1801" y="768"/>
                    </a:cubicBezTo>
                    <a:cubicBezTo>
                      <a:pt x="1768" y="501"/>
                      <a:pt x="1735" y="267"/>
                      <a:pt x="17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2173;p56">
                <a:extLst>
                  <a:ext uri="{FF2B5EF4-FFF2-40B4-BE49-F238E27FC236}">
                    <a16:creationId xmlns:a16="http://schemas.microsoft.com/office/drawing/2014/main" id="{9B2F9EC2-2D33-CCF8-26C5-DBBD20C2E9A9}"/>
                  </a:ext>
                </a:extLst>
              </p:cNvPr>
              <p:cNvSpPr/>
              <p:nvPr/>
            </p:nvSpPr>
            <p:spPr>
              <a:xfrm flipH="1">
                <a:off x="8070393" y="1766760"/>
                <a:ext cx="88539" cy="106504"/>
              </a:xfrm>
              <a:custGeom>
                <a:avLst/>
                <a:gdLst/>
                <a:ahLst/>
                <a:cxnLst/>
                <a:rect l="l" t="t" r="r" b="b"/>
                <a:pathLst>
                  <a:path w="3659" h="4401" extrusionOk="0">
                    <a:moveTo>
                      <a:pt x="2897" y="0"/>
                    </a:moveTo>
                    <a:cubicBezTo>
                      <a:pt x="1549" y="0"/>
                      <a:pt x="0" y="1525"/>
                      <a:pt x="56" y="2165"/>
                    </a:cubicBezTo>
                    <a:cubicBezTo>
                      <a:pt x="156" y="2933"/>
                      <a:pt x="1657" y="4400"/>
                      <a:pt x="1657" y="4400"/>
                    </a:cubicBezTo>
                    <a:lnTo>
                      <a:pt x="3625" y="4200"/>
                    </a:lnTo>
                    <a:lnTo>
                      <a:pt x="3658" y="197"/>
                    </a:lnTo>
                    <a:cubicBezTo>
                      <a:pt x="3422" y="60"/>
                      <a:pt x="3163" y="0"/>
                      <a:pt x="289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2174;p56">
                <a:extLst>
                  <a:ext uri="{FF2B5EF4-FFF2-40B4-BE49-F238E27FC236}">
                    <a16:creationId xmlns:a16="http://schemas.microsoft.com/office/drawing/2014/main" id="{DFED1E9E-1582-AE35-736B-BF8C7DDF6629}"/>
                  </a:ext>
                </a:extLst>
              </p:cNvPr>
              <p:cNvSpPr/>
              <p:nvPr/>
            </p:nvSpPr>
            <p:spPr>
              <a:xfrm flipH="1">
                <a:off x="7972732" y="1858696"/>
                <a:ext cx="139668" cy="471464"/>
              </a:xfrm>
              <a:custGeom>
                <a:avLst/>
                <a:gdLst/>
                <a:ahLst/>
                <a:cxnLst/>
                <a:rect l="l" t="t" r="r" b="b"/>
                <a:pathLst>
                  <a:path w="5772" h="19482" extrusionOk="0">
                    <a:moveTo>
                      <a:pt x="1402" y="1"/>
                    </a:moveTo>
                    <a:lnTo>
                      <a:pt x="1" y="168"/>
                    </a:lnTo>
                    <a:lnTo>
                      <a:pt x="1469" y="16746"/>
                    </a:lnTo>
                    <a:lnTo>
                      <a:pt x="4170" y="19482"/>
                    </a:lnTo>
                    <a:lnTo>
                      <a:pt x="5772" y="16246"/>
                    </a:lnTo>
                    <a:cubicBezTo>
                      <a:pt x="4371" y="10842"/>
                      <a:pt x="1402" y="1"/>
                      <a:pt x="140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175;p56">
                <a:extLst>
                  <a:ext uri="{FF2B5EF4-FFF2-40B4-BE49-F238E27FC236}">
                    <a16:creationId xmlns:a16="http://schemas.microsoft.com/office/drawing/2014/main" id="{6959D257-A35D-076F-725B-9C64FF19DD4E}"/>
                  </a:ext>
                </a:extLst>
              </p:cNvPr>
              <p:cNvSpPr/>
              <p:nvPr/>
            </p:nvSpPr>
            <p:spPr>
              <a:xfrm flipH="1">
                <a:off x="7709584" y="2565844"/>
                <a:ext cx="731321" cy="1693637"/>
              </a:xfrm>
              <a:custGeom>
                <a:avLst/>
                <a:gdLst/>
                <a:ahLst/>
                <a:cxnLst/>
                <a:rect l="l" t="t" r="r" b="b"/>
                <a:pathLst>
                  <a:path w="30223" h="69985" extrusionOk="0">
                    <a:moveTo>
                      <a:pt x="25319" y="1"/>
                    </a:moveTo>
                    <a:lnTo>
                      <a:pt x="5771" y="835"/>
                    </a:lnTo>
                    <a:cubicBezTo>
                      <a:pt x="5771" y="835"/>
                      <a:pt x="6205" y="25152"/>
                      <a:pt x="5838" y="31090"/>
                    </a:cubicBezTo>
                    <a:cubicBezTo>
                      <a:pt x="5438" y="36994"/>
                      <a:pt x="4437" y="52805"/>
                      <a:pt x="0" y="65481"/>
                    </a:cubicBezTo>
                    <a:lnTo>
                      <a:pt x="5671" y="68116"/>
                    </a:lnTo>
                    <a:cubicBezTo>
                      <a:pt x="5671" y="68116"/>
                      <a:pt x="12910" y="52739"/>
                      <a:pt x="14611" y="42264"/>
                    </a:cubicBezTo>
                    <a:cubicBezTo>
                      <a:pt x="16312" y="31757"/>
                      <a:pt x="16946" y="18080"/>
                      <a:pt x="16946" y="18080"/>
                    </a:cubicBezTo>
                    <a:cubicBezTo>
                      <a:pt x="16946" y="18080"/>
                      <a:pt x="18847" y="26286"/>
                      <a:pt x="19748" y="33959"/>
                    </a:cubicBezTo>
                    <a:cubicBezTo>
                      <a:pt x="19948" y="35560"/>
                      <a:pt x="20081" y="37127"/>
                      <a:pt x="20182" y="38629"/>
                    </a:cubicBezTo>
                    <a:cubicBezTo>
                      <a:pt x="20649" y="47168"/>
                      <a:pt x="22483" y="69984"/>
                      <a:pt x="22483" y="69984"/>
                    </a:cubicBezTo>
                    <a:lnTo>
                      <a:pt x="28454" y="69050"/>
                    </a:lnTo>
                    <a:cubicBezTo>
                      <a:pt x="28454" y="69050"/>
                      <a:pt x="30222" y="44800"/>
                      <a:pt x="29955" y="37528"/>
                    </a:cubicBezTo>
                    <a:cubicBezTo>
                      <a:pt x="29688" y="30256"/>
                      <a:pt x="27220" y="9207"/>
                      <a:pt x="253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176;p56">
                <a:extLst>
                  <a:ext uri="{FF2B5EF4-FFF2-40B4-BE49-F238E27FC236}">
                    <a16:creationId xmlns:a16="http://schemas.microsoft.com/office/drawing/2014/main" id="{74404973-E6A7-2127-137E-FD50EFBEF575}"/>
                  </a:ext>
                </a:extLst>
              </p:cNvPr>
              <p:cNvSpPr/>
              <p:nvPr/>
            </p:nvSpPr>
            <p:spPr>
              <a:xfrm flipH="1">
                <a:off x="7770126" y="4278817"/>
                <a:ext cx="94467" cy="135641"/>
              </a:xfrm>
              <a:custGeom>
                <a:avLst/>
                <a:gdLst/>
                <a:ahLst/>
                <a:cxnLst/>
                <a:rect l="l" t="t" r="r" b="b"/>
                <a:pathLst>
                  <a:path w="3904" h="5605" extrusionOk="0">
                    <a:moveTo>
                      <a:pt x="3570" y="1"/>
                    </a:moveTo>
                    <a:lnTo>
                      <a:pt x="0" y="234"/>
                    </a:lnTo>
                    <a:lnTo>
                      <a:pt x="367" y="5605"/>
                    </a:lnTo>
                    <a:lnTo>
                      <a:pt x="3903" y="4804"/>
                    </a:lnTo>
                    <a:lnTo>
                      <a:pt x="3570"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2177;p56">
                <a:extLst>
                  <a:ext uri="{FF2B5EF4-FFF2-40B4-BE49-F238E27FC236}">
                    <a16:creationId xmlns:a16="http://schemas.microsoft.com/office/drawing/2014/main" id="{B532EC93-2B0C-CE17-F1C6-630F187FD363}"/>
                  </a:ext>
                </a:extLst>
              </p:cNvPr>
              <p:cNvSpPr/>
              <p:nvPr/>
            </p:nvSpPr>
            <p:spPr>
              <a:xfrm flipH="1">
                <a:off x="7728966" y="4218293"/>
                <a:ext cx="183248" cy="92033"/>
              </a:xfrm>
              <a:custGeom>
                <a:avLst/>
                <a:gdLst/>
                <a:ahLst/>
                <a:cxnLst/>
                <a:rect l="l" t="t" r="r" b="b"/>
                <a:pathLst>
                  <a:path w="7573" h="3803" extrusionOk="0">
                    <a:moveTo>
                      <a:pt x="7572" y="0"/>
                    </a:moveTo>
                    <a:lnTo>
                      <a:pt x="0" y="1434"/>
                    </a:lnTo>
                    <a:lnTo>
                      <a:pt x="367" y="3803"/>
                    </a:lnTo>
                    <a:lnTo>
                      <a:pt x="7406" y="2502"/>
                    </a:lnTo>
                    <a:lnTo>
                      <a:pt x="7572"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2178;p56">
                <a:extLst>
                  <a:ext uri="{FF2B5EF4-FFF2-40B4-BE49-F238E27FC236}">
                    <a16:creationId xmlns:a16="http://schemas.microsoft.com/office/drawing/2014/main" id="{4195AF4A-5590-B880-FC89-313529422DA0}"/>
                  </a:ext>
                </a:extLst>
              </p:cNvPr>
              <p:cNvSpPr/>
              <p:nvPr/>
            </p:nvSpPr>
            <p:spPr>
              <a:xfrm flipH="1">
                <a:off x="8333541" y="4194069"/>
                <a:ext cx="131586" cy="143700"/>
              </a:xfrm>
              <a:custGeom>
                <a:avLst/>
                <a:gdLst/>
                <a:ahLst/>
                <a:cxnLst/>
                <a:rect l="l" t="t" r="r" b="b"/>
                <a:pathLst>
                  <a:path w="5438" h="5938" extrusionOk="0">
                    <a:moveTo>
                      <a:pt x="2236" y="0"/>
                    </a:moveTo>
                    <a:lnTo>
                      <a:pt x="1" y="4637"/>
                    </a:lnTo>
                    <a:lnTo>
                      <a:pt x="3370" y="5938"/>
                    </a:lnTo>
                    <a:lnTo>
                      <a:pt x="5438" y="1468"/>
                    </a:lnTo>
                    <a:lnTo>
                      <a:pt x="2236"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2179;p56">
                <a:extLst>
                  <a:ext uri="{FF2B5EF4-FFF2-40B4-BE49-F238E27FC236}">
                    <a16:creationId xmlns:a16="http://schemas.microsoft.com/office/drawing/2014/main" id="{B8F3A3D4-2822-5430-52F2-307ABA8F6F98}"/>
                  </a:ext>
                </a:extLst>
              </p:cNvPr>
              <p:cNvSpPr/>
              <p:nvPr/>
            </p:nvSpPr>
            <p:spPr>
              <a:xfrm flipH="1">
                <a:off x="8257657" y="4306623"/>
                <a:ext cx="259131" cy="166060"/>
              </a:xfrm>
              <a:custGeom>
                <a:avLst/>
                <a:gdLst/>
                <a:ahLst/>
                <a:cxnLst/>
                <a:rect l="l" t="t" r="r" b="b"/>
                <a:pathLst>
                  <a:path w="10709" h="6862" extrusionOk="0">
                    <a:moveTo>
                      <a:pt x="2125" y="0"/>
                    </a:moveTo>
                    <a:cubicBezTo>
                      <a:pt x="1902" y="0"/>
                      <a:pt x="1691" y="124"/>
                      <a:pt x="1569" y="320"/>
                    </a:cubicBezTo>
                    <a:lnTo>
                      <a:pt x="201" y="2454"/>
                    </a:lnTo>
                    <a:cubicBezTo>
                      <a:pt x="1" y="2788"/>
                      <a:pt x="134" y="3255"/>
                      <a:pt x="501" y="3422"/>
                    </a:cubicBezTo>
                    <a:cubicBezTo>
                      <a:pt x="2469" y="4256"/>
                      <a:pt x="7873" y="6524"/>
                      <a:pt x="8440" y="6657"/>
                    </a:cubicBezTo>
                    <a:cubicBezTo>
                      <a:pt x="8784" y="6756"/>
                      <a:pt x="9120" y="6862"/>
                      <a:pt x="9428" y="6862"/>
                    </a:cubicBezTo>
                    <a:cubicBezTo>
                      <a:pt x="9747" y="6862"/>
                      <a:pt x="10037" y="6747"/>
                      <a:pt x="10275" y="6391"/>
                    </a:cubicBezTo>
                    <a:cubicBezTo>
                      <a:pt x="10709" y="5657"/>
                      <a:pt x="10075" y="5190"/>
                      <a:pt x="8807" y="4489"/>
                    </a:cubicBezTo>
                    <a:cubicBezTo>
                      <a:pt x="7840" y="3956"/>
                      <a:pt x="7006" y="2521"/>
                      <a:pt x="6706" y="1954"/>
                    </a:cubicBezTo>
                    <a:cubicBezTo>
                      <a:pt x="6606" y="1787"/>
                      <a:pt x="6472" y="1654"/>
                      <a:pt x="6305" y="1587"/>
                    </a:cubicBezTo>
                    <a:lnTo>
                      <a:pt x="2369" y="53"/>
                    </a:lnTo>
                    <a:cubicBezTo>
                      <a:pt x="2289" y="17"/>
                      <a:pt x="2206" y="0"/>
                      <a:pt x="212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2180;p56">
                <a:extLst>
                  <a:ext uri="{FF2B5EF4-FFF2-40B4-BE49-F238E27FC236}">
                    <a16:creationId xmlns:a16="http://schemas.microsoft.com/office/drawing/2014/main" id="{8B16D877-A4D5-A424-2D1A-DEC69F0C1B28}"/>
                  </a:ext>
                </a:extLst>
              </p:cNvPr>
              <p:cNvSpPr/>
              <p:nvPr/>
            </p:nvSpPr>
            <p:spPr>
              <a:xfrm flipH="1">
                <a:off x="7613544" y="4389121"/>
                <a:ext cx="256711" cy="113764"/>
              </a:xfrm>
              <a:custGeom>
                <a:avLst/>
                <a:gdLst/>
                <a:ahLst/>
                <a:cxnLst/>
                <a:rect l="l" t="t" r="r" b="b"/>
                <a:pathLst>
                  <a:path w="10609" h="4701" extrusionOk="0">
                    <a:moveTo>
                      <a:pt x="4834" y="0"/>
                    </a:moveTo>
                    <a:cubicBezTo>
                      <a:pt x="4790" y="0"/>
                      <a:pt x="4746" y="4"/>
                      <a:pt x="4704" y="13"/>
                    </a:cubicBezTo>
                    <a:lnTo>
                      <a:pt x="535" y="847"/>
                    </a:lnTo>
                    <a:cubicBezTo>
                      <a:pt x="234" y="913"/>
                      <a:pt x="1" y="1180"/>
                      <a:pt x="1" y="1481"/>
                    </a:cubicBezTo>
                    <a:lnTo>
                      <a:pt x="1" y="4049"/>
                    </a:lnTo>
                    <a:cubicBezTo>
                      <a:pt x="1" y="4401"/>
                      <a:pt x="284" y="4701"/>
                      <a:pt x="647" y="4701"/>
                    </a:cubicBezTo>
                    <a:cubicBezTo>
                      <a:pt x="697" y="4701"/>
                      <a:pt x="749" y="4695"/>
                      <a:pt x="802" y="4683"/>
                    </a:cubicBezTo>
                    <a:cubicBezTo>
                      <a:pt x="2903" y="4316"/>
                      <a:pt x="8674" y="3315"/>
                      <a:pt x="9208" y="3148"/>
                    </a:cubicBezTo>
                    <a:cubicBezTo>
                      <a:pt x="9908" y="2915"/>
                      <a:pt x="10609" y="2781"/>
                      <a:pt x="10609" y="1914"/>
                    </a:cubicBezTo>
                    <a:cubicBezTo>
                      <a:pt x="10609" y="1260"/>
                      <a:pt x="10096" y="1078"/>
                      <a:pt x="9199" y="1078"/>
                    </a:cubicBezTo>
                    <a:cubicBezTo>
                      <a:pt x="8952" y="1078"/>
                      <a:pt x="8676" y="1092"/>
                      <a:pt x="8374" y="1114"/>
                    </a:cubicBezTo>
                    <a:cubicBezTo>
                      <a:pt x="8327" y="1116"/>
                      <a:pt x="8279" y="1118"/>
                      <a:pt x="8231" y="1118"/>
                    </a:cubicBezTo>
                    <a:cubicBezTo>
                      <a:pt x="7120" y="1118"/>
                      <a:pt x="5748" y="401"/>
                      <a:pt x="5205" y="113"/>
                    </a:cubicBezTo>
                    <a:cubicBezTo>
                      <a:pt x="5105" y="38"/>
                      <a:pt x="4967" y="0"/>
                      <a:pt x="48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2181;p56">
                <a:extLst>
                  <a:ext uri="{FF2B5EF4-FFF2-40B4-BE49-F238E27FC236}">
                    <a16:creationId xmlns:a16="http://schemas.microsoft.com/office/drawing/2014/main" id="{50EAAD9C-781C-8010-0A8C-96FA78901AEA}"/>
                  </a:ext>
                </a:extLst>
              </p:cNvPr>
              <p:cNvSpPr/>
              <p:nvPr/>
            </p:nvSpPr>
            <p:spPr>
              <a:xfrm flipH="1">
                <a:off x="8252818" y="4148863"/>
                <a:ext cx="213107" cy="108997"/>
              </a:xfrm>
              <a:custGeom>
                <a:avLst/>
                <a:gdLst/>
                <a:ahLst/>
                <a:cxnLst/>
                <a:rect l="l" t="t" r="r" b="b"/>
                <a:pathLst>
                  <a:path w="8807" h="4504" extrusionOk="0">
                    <a:moveTo>
                      <a:pt x="734" y="0"/>
                    </a:moveTo>
                    <a:lnTo>
                      <a:pt x="0" y="2335"/>
                    </a:lnTo>
                    <a:lnTo>
                      <a:pt x="7372" y="4504"/>
                    </a:lnTo>
                    <a:lnTo>
                      <a:pt x="8807" y="1735"/>
                    </a:lnTo>
                    <a:lnTo>
                      <a:pt x="734"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2182;p56">
                <a:extLst>
                  <a:ext uri="{FF2B5EF4-FFF2-40B4-BE49-F238E27FC236}">
                    <a16:creationId xmlns:a16="http://schemas.microsoft.com/office/drawing/2014/main" id="{D8FC6C9D-0343-7E0C-83B1-8349CC20AA8D}"/>
                  </a:ext>
                </a:extLst>
              </p:cNvPr>
              <p:cNvSpPr/>
              <p:nvPr/>
            </p:nvSpPr>
            <p:spPr>
              <a:xfrm flipH="1">
                <a:off x="7941251" y="2757169"/>
                <a:ext cx="108986" cy="632104"/>
              </a:xfrm>
              <a:custGeom>
                <a:avLst/>
                <a:gdLst/>
                <a:ahLst/>
                <a:cxnLst/>
                <a:rect l="l" t="t" r="r" b="b"/>
                <a:pathLst>
                  <a:path w="4504" h="26120" extrusionOk="0">
                    <a:moveTo>
                      <a:pt x="0" y="1"/>
                    </a:moveTo>
                    <a:lnTo>
                      <a:pt x="801" y="10241"/>
                    </a:lnTo>
                    <a:cubicBezTo>
                      <a:pt x="801" y="10241"/>
                      <a:pt x="2669" y="18447"/>
                      <a:pt x="3603" y="26119"/>
                    </a:cubicBezTo>
                    <a:cubicBezTo>
                      <a:pt x="4504" y="17680"/>
                      <a:pt x="1" y="2"/>
                      <a:pt x="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2183;p56">
                <a:extLst>
                  <a:ext uri="{FF2B5EF4-FFF2-40B4-BE49-F238E27FC236}">
                    <a16:creationId xmlns:a16="http://schemas.microsoft.com/office/drawing/2014/main" id="{6808D50D-B38E-4BDA-244A-3616636F6E9F}"/>
                  </a:ext>
                </a:extLst>
              </p:cNvPr>
              <p:cNvSpPr/>
              <p:nvPr/>
            </p:nvSpPr>
            <p:spPr>
              <a:xfrm flipH="1">
                <a:off x="8115594" y="1716642"/>
                <a:ext cx="145306" cy="145321"/>
              </a:xfrm>
              <a:custGeom>
                <a:avLst/>
                <a:gdLst/>
                <a:ahLst/>
                <a:cxnLst/>
                <a:rect l="l" t="t" r="r" b="b"/>
                <a:pathLst>
                  <a:path w="6005" h="6005" extrusionOk="0">
                    <a:moveTo>
                      <a:pt x="1134" y="0"/>
                    </a:moveTo>
                    <a:lnTo>
                      <a:pt x="0" y="3269"/>
                    </a:lnTo>
                    <a:cubicBezTo>
                      <a:pt x="1568" y="4570"/>
                      <a:pt x="4737" y="6004"/>
                      <a:pt x="4737" y="6004"/>
                    </a:cubicBezTo>
                    <a:lnTo>
                      <a:pt x="6004" y="2235"/>
                    </a:lnTo>
                    <a:cubicBezTo>
                      <a:pt x="4270" y="1768"/>
                      <a:pt x="2602" y="1034"/>
                      <a:pt x="11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2184;p56">
                <a:extLst>
                  <a:ext uri="{FF2B5EF4-FFF2-40B4-BE49-F238E27FC236}">
                    <a16:creationId xmlns:a16="http://schemas.microsoft.com/office/drawing/2014/main" id="{09878862-DF7E-AEBC-A609-CD6EFF43CC6D}"/>
                  </a:ext>
                </a:extLst>
              </p:cNvPr>
              <p:cNvSpPr/>
              <p:nvPr/>
            </p:nvSpPr>
            <p:spPr>
              <a:xfrm flipH="1">
                <a:off x="8014690" y="1700476"/>
                <a:ext cx="100928" cy="149387"/>
              </a:xfrm>
              <a:custGeom>
                <a:avLst/>
                <a:gdLst/>
                <a:ahLst/>
                <a:cxnLst/>
                <a:rect l="l" t="t" r="r" b="b"/>
                <a:pathLst>
                  <a:path w="4171" h="6173" extrusionOk="0">
                    <a:moveTo>
                      <a:pt x="1802" y="1"/>
                    </a:moveTo>
                    <a:cubicBezTo>
                      <a:pt x="1802" y="1"/>
                      <a:pt x="801" y="2169"/>
                      <a:pt x="0" y="2903"/>
                    </a:cubicBezTo>
                    <a:lnTo>
                      <a:pt x="2102" y="6172"/>
                    </a:lnTo>
                    <a:cubicBezTo>
                      <a:pt x="3069" y="4838"/>
                      <a:pt x="3770" y="3337"/>
                      <a:pt x="4170" y="1736"/>
                    </a:cubicBezTo>
                    <a:lnTo>
                      <a:pt x="18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TextBox 2">
            <a:extLst>
              <a:ext uri="{FF2B5EF4-FFF2-40B4-BE49-F238E27FC236}">
                <a16:creationId xmlns:a16="http://schemas.microsoft.com/office/drawing/2014/main" id="{139F5BE3-7C16-7380-10DC-BE383DFAE07B}"/>
              </a:ext>
            </a:extLst>
          </p:cNvPr>
          <p:cNvSpPr txBox="1"/>
          <p:nvPr/>
        </p:nvSpPr>
        <p:spPr>
          <a:xfrm>
            <a:off x="452272" y="157811"/>
            <a:ext cx="5525749" cy="1519840"/>
          </a:xfrm>
          <a:prstGeom prst="rect">
            <a:avLst/>
          </a:prstGeom>
          <a:noFill/>
        </p:spPr>
        <p:txBody>
          <a:bodyPr wrap="square">
            <a:spAutoFit/>
          </a:bodyPr>
          <a:lstStyle/>
          <a:p>
            <a:pPr marL="6350" marR="35560" indent="-6350" algn="just">
              <a:lnSpc>
                <a:spcPct val="103000"/>
              </a:lnSpc>
              <a:spcAft>
                <a:spcPts val="55"/>
              </a:spcAft>
            </a:pPr>
            <a:r>
              <a:rPr lang="en-IN" sz="1800" b="1" u="sng" dirty="0">
                <a:solidFill>
                  <a:schemeClr val="accent3"/>
                </a:solidFill>
                <a:effectLst/>
                <a:latin typeface="Cambria" panose="02040503050406030204" pitchFamily="18" charset="0"/>
                <a:ea typeface="Cambria" panose="02040503050406030204" pitchFamily="18" charset="0"/>
                <a:cs typeface="Cambria" panose="02040503050406030204" pitchFamily="18" charset="0"/>
              </a:rPr>
              <a:t>Address for Communication </a:t>
            </a:r>
            <a:endParaRPr lang="en-IN" dirty="0">
              <a:solidFill>
                <a:schemeClr val="accent3"/>
              </a:solidFill>
              <a:effectLst/>
              <a:latin typeface="Cambria" panose="02040503050406030204" pitchFamily="18" charset="0"/>
              <a:ea typeface="Cambria" panose="02040503050406030204" pitchFamily="18" charset="0"/>
              <a:cs typeface="Cambria" panose="02040503050406030204" pitchFamily="18" charset="0"/>
            </a:endParaRPr>
          </a:p>
          <a:p>
            <a:pPr marL="6350" marR="44450" indent="-6350" algn="l">
              <a:lnSpc>
                <a:spcPct val="107000"/>
              </a:lnSpc>
              <a:spcAft>
                <a:spcPts val="45"/>
              </a:spcAft>
            </a:pPr>
            <a:r>
              <a:rPr lang="en-IN"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IN" dirty="0">
                <a:solidFill>
                  <a:schemeClr val="bg1"/>
                </a:solidFill>
                <a:latin typeface="Cambria" panose="02040503050406030204" pitchFamily="18" charset="0"/>
                <a:ea typeface="Cambria" panose="02040503050406030204" pitchFamily="18" charset="0"/>
                <a:cs typeface="Cambria" panose="02040503050406030204" pitchFamily="18" charset="0"/>
              </a:rPr>
              <a:t>Plot No 6&amp;7, New steel city,</a:t>
            </a:r>
          </a:p>
          <a:p>
            <a:pPr marL="6350" marR="44450" indent="-6350" algn="l">
              <a:lnSpc>
                <a:spcPct val="107000"/>
              </a:lnSpc>
              <a:spcAft>
                <a:spcPts val="45"/>
              </a:spcAft>
            </a:pPr>
            <a:r>
              <a:rPr lang="en-IN"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IDA Jeedimetla , </a:t>
            </a:r>
            <a:r>
              <a:rPr lang="en-IN" dirty="0" err="1">
                <a:solidFill>
                  <a:schemeClr val="bg1"/>
                </a:solidFill>
                <a:effectLst/>
                <a:latin typeface="Cambria" panose="02040503050406030204" pitchFamily="18" charset="0"/>
                <a:ea typeface="Cambria" panose="02040503050406030204" pitchFamily="18" charset="0"/>
                <a:cs typeface="Cambria" panose="02040503050406030204" pitchFamily="18" charset="0"/>
              </a:rPr>
              <a:t>Medchal</a:t>
            </a:r>
            <a:r>
              <a:rPr lang="en-IN"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District </a:t>
            </a:r>
            <a:endParaRPr lang="en-IN" sz="12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6350" marR="44450" indent="-6350" algn="l">
              <a:lnSpc>
                <a:spcPct val="107000"/>
              </a:lnSpc>
              <a:spcAft>
                <a:spcPts val="45"/>
              </a:spcAft>
            </a:pPr>
            <a:r>
              <a:rPr lang="en-IN"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Telangana State, 500014 </a:t>
            </a:r>
            <a:endParaRPr lang="en-IN" sz="12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6350" marR="44450" indent="-6350" algn="l">
              <a:lnSpc>
                <a:spcPct val="107000"/>
              </a:lnSpc>
              <a:spcAft>
                <a:spcPts val="45"/>
              </a:spcAft>
            </a:pPr>
            <a:r>
              <a:rPr lang="en-IN" dirty="0">
                <a:solidFill>
                  <a:schemeClr val="bg1"/>
                </a:solidFill>
                <a:effectLst/>
                <a:latin typeface="Cambria" panose="02040503050406030204" pitchFamily="18" charset="0"/>
                <a:ea typeface="Cambria" panose="02040503050406030204" pitchFamily="18" charset="0"/>
                <a:cs typeface="Cambria" panose="02040503050406030204" pitchFamily="18" charset="0"/>
              </a:rPr>
              <a:t>Email : </a:t>
            </a:r>
            <a:r>
              <a:rPr lang="en-IN" u="sng" dirty="0">
                <a:solidFill>
                  <a:schemeClr val="accent3"/>
                </a:solidFill>
                <a:uFill>
                  <a:solidFill>
                    <a:srgbClr val="0000FF"/>
                  </a:solidFill>
                </a:uFill>
                <a:latin typeface="Cambria" panose="02040503050406030204" pitchFamily="18" charset="0"/>
                <a:ea typeface="Cambria" panose="02040503050406030204" pitchFamily="18" charset="0"/>
                <a:cs typeface="Cambria" panose="02040503050406030204" pitchFamily="18" charset="0"/>
              </a:rPr>
              <a:t>msvyoungindia@gmail.com, ceo@msvyoungindia.com</a:t>
            </a:r>
            <a:endParaRPr lang="en-IN" sz="1200" dirty="0">
              <a:solidFill>
                <a:schemeClr val="accent3"/>
              </a:solidFill>
              <a:effectLst/>
              <a:latin typeface="Cambria" panose="02040503050406030204" pitchFamily="18" charset="0"/>
              <a:ea typeface="Cambria" panose="02040503050406030204" pitchFamily="18" charset="0"/>
              <a:cs typeface="Cambria" panose="02040503050406030204" pitchFamily="18" charset="0"/>
            </a:endParaRPr>
          </a:p>
          <a:p>
            <a:pPr marL="6350" marR="35560" indent="-6350" algn="just">
              <a:lnSpc>
                <a:spcPct val="103000"/>
              </a:lnSpc>
              <a:spcAft>
                <a:spcPts val="55"/>
              </a:spcAft>
            </a:pPr>
            <a:r>
              <a:rPr lang="en-IN"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Telephone no’s: </a:t>
            </a:r>
            <a:r>
              <a:rPr lang="en-IN"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9985 008 106, 970 46 238 24, 888 50 90 666</a:t>
            </a:r>
            <a:endParaRPr lang="en-IN" sz="12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p:txBody>
      </p:sp>
    </p:spTree>
    <p:extLst>
      <p:ext uri="{BB962C8B-B14F-4D97-AF65-F5344CB8AC3E}">
        <p14:creationId xmlns:p14="http://schemas.microsoft.com/office/powerpoint/2010/main" val="695818824"/>
      </p:ext>
    </p:extLst>
  </p:cSld>
  <p:clrMapOvr>
    <a:masterClrMapping/>
  </p:clrMapOvr>
</p:sld>
</file>

<file path=ppt/theme/theme1.xml><?xml version="1.0" encoding="utf-8"?>
<a:theme xmlns:a="http://schemas.openxmlformats.org/drawingml/2006/main" name="Creative Sales Strategy by Slidesgo">
  <a:themeElements>
    <a:clrScheme name="Simple Light">
      <a:dk1>
        <a:srgbClr val="EEEEEE"/>
      </a:dk1>
      <a:lt1>
        <a:srgbClr val="FFFFFF"/>
      </a:lt1>
      <a:dk2>
        <a:srgbClr val="216755"/>
      </a:dk2>
      <a:lt2>
        <a:srgbClr val="2F9C80"/>
      </a:lt2>
      <a:accent1>
        <a:srgbClr val="594C6F"/>
      </a:accent1>
      <a:accent2>
        <a:srgbClr val="2FC09B"/>
      </a:accent2>
      <a:accent3>
        <a:srgbClr val="FF8B7B"/>
      </a:accent3>
      <a:accent4>
        <a:srgbClr val="B7B7B7"/>
      </a:accent4>
      <a:accent5>
        <a:srgbClr val="7BD9C1"/>
      </a:accent5>
      <a:accent6>
        <a:srgbClr val="C3FFF0"/>
      </a:accent6>
      <a:hlink>
        <a:srgbClr val="FFFE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539</TotalTime>
  <Words>559</Words>
  <Application>Microsoft Office PowerPoint</Application>
  <PresentationFormat>On-screen Show (16:9)</PresentationFormat>
  <Paragraphs>71</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Colonna MT</vt:lpstr>
      <vt:lpstr>Cambria</vt:lpstr>
      <vt:lpstr>Hammersmith One</vt:lpstr>
      <vt:lpstr>Arial</vt:lpstr>
      <vt:lpstr>Source Sans Pro</vt:lpstr>
      <vt:lpstr>Creative Sales Strategy by Slidesgo</vt:lpstr>
      <vt:lpstr>MSV YOUNG ENTREPRENEURS INDIA   PVT. LTD.</vt:lpstr>
      <vt:lpstr>WHY MSV</vt:lpstr>
      <vt:lpstr>PowerPoint Presentation</vt:lpstr>
      <vt:lpstr>PowerPoint Presentation</vt:lpstr>
      <vt:lpstr>SCOPE OF ELECTRONICS</vt:lpstr>
      <vt:lpstr>PowerPoint Presentation</vt:lpstr>
      <vt:lpstr>Part of Our Team</vt:lpstr>
      <vt:lpstr>OUR REPUTED CLIENTS ARE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on Sales Strategy,Segments and part of the role</dc:title>
  <dc:creator>madhu sutari</dc:creator>
  <cp:lastModifiedBy>madhu sutari</cp:lastModifiedBy>
  <cp:revision>34</cp:revision>
  <dcterms:modified xsi:type="dcterms:W3CDTF">2025-09-30T12:26:47Z</dcterms:modified>
</cp:coreProperties>
</file>